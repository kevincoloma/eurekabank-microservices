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3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3997812" d="6619239"/>
          <a:sy n="0" d="-1091707219"/>
        </p:scale>
        <p:origin x="7667811" y="6619245"/>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notesMaster" Target="notesMasters/notesMaster1.xml"/><Relationship Id="rId36" Type="http://schemas.openxmlformats.org/officeDocument/2006/relationships/presProps" Target="presProps.xml" /><Relationship Id="rId37" Type="http://schemas.openxmlformats.org/officeDocument/2006/relationships/tableStyles" Target="tableStyles.xml" /><Relationship Id="rId3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591616394" name="Google Shape;3;n"/>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7371340"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19719137" name="Google Shape;93;p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3097973" name="Google Shape;94;p1: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89423666" name="Google Shape;102;p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508654649" name="Google Shape;103;p2: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7536618" name="Google Shape;111;p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440283498" name="Google Shape;112;p3: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07814000" name="Google Shape;118;p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825739807" name="Google Shape;119;p4: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87319472" name="Google Shape;126;p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404097037" name="Google Shape;127;p5: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03913117" name="Google Shape;135;p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574688823" name="Google Shape;136;p6: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7128875" name="Google Shape;143;p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363542144" name="Google Shape;144;p7: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77757365" name="Google Shape;151;p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602563310" name="Google Shape;152;p8: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08157580" name="Google Shape;159;g3ed4ececa42_0_2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43391836" name="Google Shape;160;g3ed4ececa42_0_2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31680234" name="Google Shape;167;g3ed4ececa42_0_3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52146181" name="Google Shape;168;g3ed4ececa42_0_3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4658507" name="Google Shape;175;g3ed4ececa42_0_4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51926620" name="Google Shape;176;g3ed4ececa42_0_40: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45342306" name="Google Shape;183;g3ed4ececa42_0_5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42906594" name="Google Shape;184;g3ed4ececa42_0_50: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84929756" name="Google Shape;191;g3ed4ececa42_0_5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563049301" name="Google Shape;192;g3ed4ececa42_0_5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74718961" name="Google Shape;199;g3ed4ececa42_0_6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362802903" name="Google Shape;200;g3ed4ececa42_0_66: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15617015" name="Google Shape;207;g3ed4ececa42_0_7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346328450" name="Google Shape;208;g3ed4ececa42_0_74: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70557666" name="Google Shape;215;g3ed4ececa42_0_8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368786140" name="Google Shape;216;g3ed4ececa42_0_82: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10694262" name="Google Shape;223;g3ed4ececa42_0_9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505581456" name="Google Shape;224;g3ed4ececa42_0_90: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82969768" name="Google Shape;231;g3ed4ececa42_0_9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720778170" name="Google Shape;232;g3ed4ececa42_0_9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60411410" name="Google Shape;239;g3ed4ececa42_0_10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738184002" name="Google Shape;240;g3ed4ececa42_0_108: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640554" name="Google Shape;247;g3ed4ececa42_0_1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991681649" name="Google Shape;248;g3ed4ececa42_0_116:notes"/>
          <p:cNvSpPr/>
          <p:nvPr>
            <p:ph type="sldImg" idx="2"/>
          </p:nvPr>
        </p:nvSpPr>
        <p:spPr bwMode="auto">
          <a:xfrm>
            <a:off x="1143225" y="685800"/>
            <a:ext cx="45723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58734774" name="Google Shape;255;p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18306717" name="Google Shape;256;p9: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36386869" name="Google Shape;264;p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603323491" name="Google Shape;265;p10: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415518" name="Google Shape;280;p12: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604235416" name="Google Shape;281;p12: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25491325" name="Google Shape;288;p1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70416742" name="Google Shape;289;p13: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4817280" name="Google Shape;297;p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678815057" name="Google Shape;298;p14: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49750522" name="Google Shape;305;p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319063884" name="Google Shape;306;p15: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60661715" name="Google Shape;313;p1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1049606" name="Google Shape;314;p16: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50372126" name="Google Shape;321;p1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098317156" name="Google Shape;322;p17: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84032023" name="Google Shape;329;p4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415165118" name="Google Shape;330;p45: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21777675" name="Google Shape;336;p4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510122633" name="Google Shape;337;p46: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8441293" name="Google Shape;343;p4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420011391" name="Google Shape;344;p47:notes"/>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iapositiva de título" preserve="0" showMasterPhAnim="0" showMasterSp="1" type="title" userDrawn="1">
  <p:cSld name="TITLE">
    <p:spTree>
      <p:nvGrpSpPr>
        <p:cNvPr id="1" name=""/>
        <p:cNvGrpSpPr/>
        <p:nvPr/>
      </p:nvGrpSpPr>
      <p:grpSpPr bwMode="auto">
        <a:xfrm>
          <a:off x="0" y="0"/>
          <a:ext cx="0" cy="0"/>
          <a:chOff x="0" y="0"/>
          <a:chExt cx="0" cy="0"/>
        </a:xfrm>
      </p:grpSpPr>
      <p:sp>
        <p:nvSpPr>
          <p:cNvPr id="93853698" name="Google Shape;15;p2"/>
          <p:cNvSpPr/>
          <p:nvPr/>
        </p:nvSpPr>
        <p:spPr bwMode="auto">
          <a:xfrm>
            <a:off x="446534" y="3085764"/>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0185213" name="Google Shape;16;p2"/>
          <p:cNvSpPr txBox="1"/>
          <p:nvPr>
            <p:ph type="ctrTitle"/>
          </p:nvPr>
        </p:nvSpPr>
        <p:spPr bwMode="auto">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11250205" name="Google Shape;17;p2"/>
          <p:cNvSpPr txBox="1"/>
          <p:nvPr>
            <p:ph type="subTitle" idx="1"/>
          </p:nvPr>
        </p:nvSpPr>
        <p:spPr bwMode="auto">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pPr>
              <a:defRPr/>
            </a:pPr>
            <a:endParaRPr/>
          </a:p>
        </p:txBody>
      </p:sp>
      <p:sp>
        <p:nvSpPr>
          <p:cNvPr id="1890990952" name="Google Shape;18;p2"/>
          <p:cNvSpPr txBox="1"/>
          <p:nvPr>
            <p:ph type="dt" idx="10"/>
          </p:nvPr>
        </p:nvSpPr>
        <p:spPr bwMode="auto">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27127771" name="Google Shape;19;p2"/>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113598507" name="Google Shape;20;p2"/>
          <p:cNvSpPr txBox="1"/>
          <p:nvPr>
            <p:ph type="sldNum" idx="12"/>
          </p:nvPr>
        </p:nvSpPr>
        <p:spPr bwMode="auto">
          <a:xfrm>
            <a:off x="10558300" y="5956137"/>
            <a:ext cx="1016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rgbClr val="2D58AC"/>
                </a:solidFill>
                <a:latin typeface="Gill Sans"/>
                <a:ea typeface="Gill Sans"/>
                <a:cs typeface="Gill Sans"/>
              </a:defRPr>
            </a:lvl1pPr>
            <a:lvl2pPr marL="0" lvl="1" indent="0" algn="r">
              <a:spcBef>
                <a:spcPts val="0"/>
              </a:spcBef>
              <a:buNone/>
              <a:defRPr sz="900" b="0" i="0" u="none" strike="noStrike" cap="none">
                <a:solidFill>
                  <a:srgbClr val="2D58AC"/>
                </a:solidFill>
                <a:latin typeface="Gill Sans"/>
                <a:ea typeface="Gill Sans"/>
                <a:cs typeface="Gill Sans"/>
              </a:defRPr>
            </a:lvl2pPr>
            <a:lvl3pPr marL="0" lvl="2" indent="0" algn="r">
              <a:spcBef>
                <a:spcPts val="0"/>
              </a:spcBef>
              <a:buNone/>
              <a:defRPr sz="900" b="0" i="0" u="none" strike="noStrike" cap="none">
                <a:solidFill>
                  <a:srgbClr val="2D58AC"/>
                </a:solidFill>
                <a:latin typeface="Gill Sans"/>
                <a:ea typeface="Gill Sans"/>
                <a:cs typeface="Gill Sans"/>
              </a:defRPr>
            </a:lvl3pPr>
            <a:lvl4pPr marL="0" lvl="3" indent="0" algn="r">
              <a:spcBef>
                <a:spcPts val="0"/>
              </a:spcBef>
              <a:buNone/>
              <a:defRPr sz="900" b="0" i="0" u="none" strike="noStrike" cap="none">
                <a:solidFill>
                  <a:srgbClr val="2D58AC"/>
                </a:solidFill>
                <a:latin typeface="Gill Sans"/>
                <a:ea typeface="Gill Sans"/>
                <a:cs typeface="Gill Sans"/>
              </a:defRPr>
            </a:lvl4pPr>
            <a:lvl5pPr marL="0" lvl="4" indent="0" algn="r">
              <a:spcBef>
                <a:spcPts val="0"/>
              </a:spcBef>
              <a:buNone/>
              <a:defRPr sz="900" b="0" i="0" u="none" strike="noStrike" cap="none">
                <a:solidFill>
                  <a:srgbClr val="2D58AC"/>
                </a:solidFill>
                <a:latin typeface="Gill Sans"/>
                <a:ea typeface="Gill Sans"/>
                <a:cs typeface="Gill Sans"/>
              </a:defRPr>
            </a:lvl5pPr>
            <a:lvl6pPr marL="0" lvl="5" indent="0" algn="r">
              <a:spcBef>
                <a:spcPts val="0"/>
              </a:spcBef>
              <a:buNone/>
              <a:defRPr sz="900" b="0" i="0" u="none" strike="noStrike" cap="none">
                <a:solidFill>
                  <a:srgbClr val="2D58AC"/>
                </a:solidFill>
                <a:latin typeface="Gill Sans"/>
                <a:ea typeface="Gill Sans"/>
                <a:cs typeface="Gill Sans"/>
              </a:defRPr>
            </a:lvl6pPr>
            <a:lvl7pPr marL="0" lvl="6" indent="0" algn="r">
              <a:spcBef>
                <a:spcPts val="0"/>
              </a:spcBef>
              <a:buNone/>
              <a:defRPr sz="900" b="0" i="0" u="none" strike="noStrike" cap="none">
                <a:solidFill>
                  <a:srgbClr val="2D58AC"/>
                </a:solidFill>
                <a:latin typeface="Gill Sans"/>
                <a:ea typeface="Gill Sans"/>
                <a:cs typeface="Gill Sans"/>
              </a:defRPr>
            </a:lvl7pPr>
            <a:lvl8pPr marL="0" lvl="7" indent="0" algn="r">
              <a:spcBef>
                <a:spcPts val="0"/>
              </a:spcBef>
              <a:buNone/>
              <a:defRPr sz="900" b="0" i="0" u="none" strike="noStrike" cap="none">
                <a:solidFill>
                  <a:srgbClr val="2D58AC"/>
                </a:solidFill>
                <a:latin typeface="Gill Sans"/>
                <a:ea typeface="Gill Sans"/>
                <a:cs typeface="Gill Sans"/>
              </a:defRPr>
            </a:lvl8pPr>
            <a:lvl9pPr marL="0" lvl="8" indent="0" algn="r">
              <a:spcBef>
                <a:spcPts val="0"/>
              </a:spcBef>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y objetos" preserve="0" showMasterPhAnim="0" showMasterSp="1" type="obj" userDrawn="1">
  <p:cSld name="OBJECT">
    <p:spTree>
      <p:nvGrpSpPr>
        <p:cNvPr id="1" name=""/>
        <p:cNvGrpSpPr/>
        <p:nvPr/>
      </p:nvGrpSpPr>
      <p:grpSpPr bwMode="auto">
        <a:xfrm>
          <a:off x="0" y="0"/>
          <a:ext cx="0" cy="0"/>
          <a:chOff x="0" y="0"/>
          <a:chExt cx="0" cy="0"/>
        </a:xfrm>
      </p:grpSpPr>
      <p:sp>
        <p:nvSpPr>
          <p:cNvPr id="733725442" name="Google Shape;22;p3"/>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21588216" name="Google Shape;23;p3"/>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7982519" name="Google Shape;24;p3"/>
          <p:cNvSpPr txBox="1"/>
          <p:nvPr>
            <p:ph type="body" idx="1"/>
          </p:nvPr>
        </p:nvSpPr>
        <p:spPr bwMode="auto">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1570587750" name="Google Shape;25;p3"/>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0425154" name="Google Shape;26;p3"/>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57989009" name="Google Shape;27;p3"/>
          <p:cNvSpPr txBox="1"/>
          <p:nvPr>
            <p:ph type="sldNum" idx="12"/>
          </p:nvPr>
        </p:nvSpPr>
        <p:spPr bwMode="auto">
          <a:xfrm>
            <a:off x="10558300" y="5956137"/>
            <a:ext cx="1052508"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Encabezado de sección" preserve="0" showMasterPhAnim="0" showMasterSp="1" type="secHead" userDrawn="1">
  <p:cSld name="SECTION_HEADER">
    <p:spTree>
      <p:nvGrpSpPr>
        <p:cNvPr id="1" name=""/>
        <p:cNvGrpSpPr/>
        <p:nvPr/>
      </p:nvGrpSpPr>
      <p:grpSpPr bwMode="auto">
        <a:xfrm>
          <a:off x="0" y="0"/>
          <a:ext cx="0" cy="0"/>
          <a:chOff x="0" y="0"/>
          <a:chExt cx="0" cy="0"/>
        </a:xfrm>
      </p:grpSpPr>
      <p:sp>
        <p:nvSpPr>
          <p:cNvPr id="998942432" name="Google Shape;29;p4"/>
          <p:cNvSpPr/>
          <p:nvPr/>
        </p:nvSpPr>
        <p:spPr bwMode="auto">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29837349" name="Google Shape;30;p4"/>
          <p:cNvSpPr txBox="1"/>
          <p:nvPr>
            <p:ph type="title"/>
          </p:nvPr>
        </p:nvSpPr>
        <p:spPr bwMode="auto">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56853444" name="Google Shape;31;p4"/>
          <p:cNvSpPr txBox="1"/>
          <p:nvPr>
            <p:ph type="body" idx="1"/>
          </p:nvPr>
        </p:nvSpPr>
        <p:spPr bwMode="auto">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pPr>
              <a:defRPr/>
            </a:pPr>
            <a:endParaRPr/>
          </a:p>
        </p:txBody>
      </p:sp>
      <p:sp>
        <p:nvSpPr>
          <p:cNvPr id="1207303633" name="Google Shape;32;p4"/>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27769434" name="Google Shape;33;p4"/>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05842485" name="Google Shape;34;p4"/>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defRPr>
            </a:lvl1pPr>
            <a:lvl2pPr marL="0" lvl="1" indent="0" algn="r">
              <a:spcBef>
                <a:spcPts val="0"/>
              </a:spcBef>
              <a:buNone/>
              <a:defRPr sz="900">
                <a:solidFill>
                  <a:srgbClr val="2D58AC"/>
                </a:solidFill>
                <a:latin typeface="Gill Sans"/>
                <a:ea typeface="Gill Sans"/>
                <a:cs typeface="Gill Sans"/>
              </a:defRPr>
            </a:lvl2pPr>
            <a:lvl3pPr marL="0" lvl="2" indent="0" algn="r">
              <a:spcBef>
                <a:spcPts val="0"/>
              </a:spcBef>
              <a:buNone/>
              <a:defRPr sz="900">
                <a:solidFill>
                  <a:srgbClr val="2D58AC"/>
                </a:solidFill>
                <a:latin typeface="Gill Sans"/>
                <a:ea typeface="Gill Sans"/>
                <a:cs typeface="Gill Sans"/>
              </a:defRPr>
            </a:lvl3pPr>
            <a:lvl4pPr marL="0" lvl="3" indent="0" algn="r">
              <a:spcBef>
                <a:spcPts val="0"/>
              </a:spcBef>
              <a:buNone/>
              <a:defRPr sz="900">
                <a:solidFill>
                  <a:srgbClr val="2D58AC"/>
                </a:solidFill>
                <a:latin typeface="Gill Sans"/>
                <a:ea typeface="Gill Sans"/>
                <a:cs typeface="Gill Sans"/>
              </a:defRPr>
            </a:lvl4pPr>
            <a:lvl5pPr marL="0" lvl="4" indent="0" algn="r">
              <a:spcBef>
                <a:spcPts val="0"/>
              </a:spcBef>
              <a:buNone/>
              <a:defRPr sz="900">
                <a:solidFill>
                  <a:srgbClr val="2D58AC"/>
                </a:solidFill>
                <a:latin typeface="Gill Sans"/>
                <a:ea typeface="Gill Sans"/>
                <a:cs typeface="Gill Sans"/>
              </a:defRPr>
            </a:lvl5pPr>
            <a:lvl6pPr marL="0" lvl="5" indent="0" algn="r">
              <a:spcBef>
                <a:spcPts val="0"/>
              </a:spcBef>
              <a:buNone/>
              <a:defRPr sz="900">
                <a:solidFill>
                  <a:srgbClr val="2D58AC"/>
                </a:solidFill>
                <a:latin typeface="Gill Sans"/>
                <a:ea typeface="Gill Sans"/>
                <a:cs typeface="Gill Sans"/>
              </a:defRPr>
            </a:lvl6pPr>
            <a:lvl7pPr marL="0" lvl="6" indent="0" algn="r">
              <a:spcBef>
                <a:spcPts val="0"/>
              </a:spcBef>
              <a:buNone/>
              <a:defRPr sz="900">
                <a:solidFill>
                  <a:srgbClr val="2D58AC"/>
                </a:solidFill>
                <a:latin typeface="Gill Sans"/>
                <a:ea typeface="Gill Sans"/>
                <a:cs typeface="Gill Sans"/>
              </a:defRPr>
            </a:lvl7pPr>
            <a:lvl8pPr marL="0" lvl="7" indent="0" algn="r">
              <a:spcBef>
                <a:spcPts val="0"/>
              </a:spcBef>
              <a:buNone/>
              <a:defRPr sz="900">
                <a:solidFill>
                  <a:srgbClr val="2D58AC"/>
                </a:solidFill>
                <a:latin typeface="Gill Sans"/>
                <a:ea typeface="Gill Sans"/>
                <a:cs typeface="Gill Sans"/>
              </a:defRPr>
            </a:lvl8pPr>
            <a:lvl9pPr marL="0" lvl="8" indent="0" algn="r">
              <a:spcBef>
                <a:spcPts val="0"/>
              </a:spcBef>
              <a:buNone/>
              <a:defRPr sz="900">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os objetos" preserve="0" showMasterPhAnim="0" showMasterSp="1" type="twoObj" userDrawn="1">
  <p:cSld name="TWO_OBJECTS">
    <p:spTree>
      <p:nvGrpSpPr>
        <p:cNvPr id="1" name=""/>
        <p:cNvGrpSpPr/>
        <p:nvPr/>
      </p:nvGrpSpPr>
      <p:grpSpPr bwMode="auto">
        <a:xfrm>
          <a:off x="0" y="0"/>
          <a:ext cx="0" cy="0"/>
          <a:chOff x="0" y="0"/>
          <a:chExt cx="0" cy="0"/>
        </a:xfrm>
      </p:grpSpPr>
      <p:sp>
        <p:nvSpPr>
          <p:cNvPr id="364217696" name="Google Shape;36;p5"/>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77368127" name="Google Shape;37;p5"/>
          <p:cNvSpPr txBox="1"/>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2163270" name="Google Shape;38;p5"/>
          <p:cNvSpPr txBox="1"/>
          <p:nvPr>
            <p:ph type="body" idx="1"/>
          </p:nvPr>
        </p:nvSpPr>
        <p:spPr bwMode="auto">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2106084273" name="Google Shape;39;p5"/>
          <p:cNvSpPr txBox="1"/>
          <p:nvPr>
            <p:ph type="body" idx="2"/>
          </p:nvPr>
        </p:nvSpPr>
        <p:spPr bwMode="auto">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1733054915" name="Google Shape;40;p5"/>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657825642" name="Google Shape;41;p5"/>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19291391" name="Google Shape;42;p5"/>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ación" preserve="0" showMasterPhAnim="0" showMasterSp="1" type="twoTxTwoObj" userDrawn="1">
  <p:cSld name="TWO_OBJECTS_WITH_TEXT">
    <p:spTree>
      <p:nvGrpSpPr>
        <p:cNvPr id="1" name=""/>
        <p:cNvGrpSpPr/>
        <p:nvPr/>
      </p:nvGrpSpPr>
      <p:grpSpPr bwMode="auto">
        <a:xfrm>
          <a:off x="0" y="0"/>
          <a:ext cx="0" cy="0"/>
          <a:chOff x="0" y="0"/>
          <a:chExt cx="0" cy="0"/>
        </a:xfrm>
      </p:grpSpPr>
      <p:sp>
        <p:nvSpPr>
          <p:cNvPr id="2121406689" name="Google Shape;44;p6"/>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3327727" name="Google Shape;45;p6"/>
          <p:cNvSpPr txBox="1"/>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11611318" name="Google Shape;46;p6"/>
          <p:cNvSpPr txBox="1"/>
          <p:nvPr>
            <p:ph type="body" idx="1"/>
          </p:nvPr>
        </p:nvSpPr>
        <p:spPr bwMode="auto">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pPr>
              <a:defRPr/>
            </a:pPr>
            <a:endParaRPr/>
          </a:p>
        </p:txBody>
      </p:sp>
      <p:sp>
        <p:nvSpPr>
          <p:cNvPr id="564797495" name="Google Shape;47;p6"/>
          <p:cNvSpPr txBox="1"/>
          <p:nvPr>
            <p:ph type="body" idx="2"/>
          </p:nvPr>
        </p:nvSpPr>
        <p:spPr bwMode="auto">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13401504" name="Google Shape;48;p6"/>
          <p:cNvSpPr txBox="1"/>
          <p:nvPr>
            <p:ph type="body" idx="3"/>
          </p:nvPr>
        </p:nvSpPr>
        <p:spPr bwMode="auto">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spcBef>
                <a:spcPts val="440"/>
              </a:spcBef>
              <a:spcAft>
                <a:spcPts val="0"/>
              </a:spcAft>
              <a:buSzPts val="2024"/>
              <a:buNone/>
              <a:defRPr sz="22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pPr>
              <a:defRPr/>
            </a:pPr>
            <a:endParaRPr/>
          </a:p>
        </p:txBody>
      </p:sp>
      <p:sp>
        <p:nvSpPr>
          <p:cNvPr id="799959289" name="Google Shape;49;p6"/>
          <p:cNvSpPr txBox="1"/>
          <p:nvPr>
            <p:ph type="body" idx="4"/>
          </p:nvPr>
        </p:nvSpPr>
        <p:spPr bwMode="auto">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993632832" name="Google Shape;50;p6"/>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86607294" name="Google Shape;51;p6"/>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74388720" name="Google Shape;52;p6"/>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olo el título" preserve="0" showMasterPhAnim="0" showMasterSp="1" type="titleOnly" userDrawn="1">
  <p:cSld name="TITLE_ONLY">
    <p:spTree>
      <p:nvGrpSpPr>
        <p:cNvPr id="1" name=""/>
        <p:cNvGrpSpPr/>
        <p:nvPr/>
      </p:nvGrpSpPr>
      <p:grpSpPr bwMode="auto">
        <a:xfrm>
          <a:off x="0" y="0"/>
          <a:ext cx="0" cy="0"/>
          <a:chOff x="0" y="0"/>
          <a:chExt cx="0" cy="0"/>
        </a:xfrm>
      </p:grpSpPr>
      <p:sp>
        <p:nvSpPr>
          <p:cNvPr id="253333786" name="Google Shape;54;p7"/>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94259001" name="Google Shape;55;p7"/>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53895546" name="Google Shape;56;p7"/>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
        <p:nvSpPr>
          <p:cNvPr id="1123510413" name="Google Shape;57;p7"/>
          <p:cNvSpPr/>
          <p:nvPr/>
        </p:nvSpPr>
        <p:spPr bwMode="auto">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97242266" name="Google Shape;58;p7"/>
          <p:cNvSpPr txBox="1"/>
          <p:nvPr>
            <p:ph type="title"/>
          </p:nvPr>
        </p:nvSpPr>
        <p:spPr bwMode="auto">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En blanco" preserve="0" showMasterPhAnim="0" showMasterSp="1" type="blank" userDrawn="1">
  <p:cSld name="BLANK">
    <p:spTree>
      <p:nvGrpSpPr>
        <p:cNvPr id="1" name=""/>
        <p:cNvGrpSpPr/>
        <p:nvPr/>
      </p:nvGrpSpPr>
      <p:grpSpPr bwMode="auto">
        <a:xfrm>
          <a:off x="0" y="0"/>
          <a:ext cx="0" cy="0"/>
          <a:chOff x="0" y="0"/>
          <a:chExt cx="0" cy="0"/>
        </a:xfrm>
      </p:grpSpPr>
      <p:sp>
        <p:nvSpPr>
          <p:cNvPr id="1941159024" name="Google Shape;60;p8"/>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64642236" name="Google Shape;61;p8"/>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9161871" name="Google Shape;62;p8"/>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ido con título" preserve="0" showMasterPhAnim="0" showMasterSp="1" type="objTx" userDrawn="1">
  <p:cSld name="OBJECT_WITH_CAPTION_TEXT">
    <p:spTree>
      <p:nvGrpSpPr>
        <p:cNvPr id="1" name=""/>
        <p:cNvGrpSpPr/>
        <p:nvPr/>
      </p:nvGrpSpPr>
      <p:grpSpPr bwMode="auto">
        <a:xfrm>
          <a:off x="0" y="0"/>
          <a:ext cx="0" cy="0"/>
          <a:chOff x="0" y="0"/>
          <a:chExt cx="0" cy="0"/>
        </a:xfrm>
      </p:grpSpPr>
      <p:sp>
        <p:nvSpPr>
          <p:cNvPr id="995769562" name="Google Shape;64;p9"/>
          <p:cNvSpPr/>
          <p:nvPr/>
        </p:nvSpPr>
        <p:spPr bwMode="auto">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28005483" name="Google Shape;65;p9"/>
          <p:cNvSpPr txBox="1"/>
          <p:nvPr>
            <p:ph type="title"/>
          </p:nvPr>
        </p:nvSpPr>
        <p:spPr bwMode="auto">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76650005" name="Google Shape;66;p9"/>
          <p:cNvSpPr txBox="1"/>
          <p:nvPr>
            <p:ph type="body" idx="1"/>
          </p:nvPr>
        </p:nvSpPr>
        <p:spPr bwMode="auto">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spcBef>
                <a:spcPts val="400"/>
              </a:spcBef>
              <a:spcAft>
                <a:spcPts val="0"/>
              </a:spcAft>
              <a:buSzPts val="1840"/>
              <a:buChar char="◼"/>
              <a:defRPr sz="2000">
                <a:solidFill>
                  <a:schemeClr val="dk2"/>
                </a:solidFill>
              </a:defRPr>
            </a:lvl1pPr>
            <a:lvl2pPr marL="914400" lvl="1" indent="-333756" algn="l">
              <a:spcBef>
                <a:spcPts val="600"/>
              </a:spcBef>
              <a:spcAft>
                <a:spcPts val="0"/>
              </a:spcAft>
              <a:buSzPts val="1656"/>
              <a:buChar char="◼"/>
              <a:defRPr sz="1800">
                <a:solidFill>
                  <a:schemeClr val="dk2"/>
                </a:solidFill>
              </a:defRPr>
            </a:lvl2pPr>
            <a:lvl3pPr marL="1371600" lvl="2" indent="-322072" algn="l">
              <a:spcBef>
                <a:spcPts val="600"/>
              </a:spcBef>
              <a:spcAft>
                <a:spcPts val="0"/>
              </a:spcAft>
              <a:buSzPts val="1472"/>
              <a:buChar char="◼"/>
              <a:defRPr sz="1600">
                <a:solidFill>
                  <a:schemeClr val="dk2"/>
                </a:solidFill>
              </a:defRPr>
            </a:lvl3pPr>
            <a:lvl4pPr marL="1828800" lvl="3" indent="-310387" algn="l">
              <a:spcBef>
                <a:spcPts val="600"/>
              </a:spcBef>
              <a:spcAft>
                <a:spcPts val="0"/>
              </a:spcAft>
              <a:buSzPts val="1288"/>
              <a:buChar char="◼"/>
              <a:defRPr sz="1400">
                <a:solidFill>
                  <a:schemeClr val="dk2"/>
                </a:solidFill>
              </a:defRPr>
            </a:lvl4pPr>
            <a:lvl5pPr marL="2286000" lvl="4" indent="-310387" algn="l">
              <a:spcBef>
                <a:spcPts val="600"/>
              </a:spcBef>
              <a:spcAft>
                <a:spcPts val="0"/>
              </a:spcAft>
              <a:buSzPts val="1288"/>
              <a:buChar char="◼"/>
              <a:defRPr sz="1400">
                <a:solidFill>
                  <a:schemeClr val="dk2"/>
                </a:solidFill>
              </a:defRPr>
            </a:lvl5pPr>
            <a:lvl6pPr marL="2743200" lvl="5" indent="-310387" algn="l">
              <a:spcBef>
                <a:spcPts val="600"/>
              </a:spcBef>
              <a:spcAft>
                <a:spcPts val="0"/>
              </a:spcAft>
              <a:buSzPts val="1288"/>
              <a:buChar char="◼"/>
              <a:defRPr sz="1400">
                <a:solidFill>
                  <a:schemeClr val="dk2"/>
                </a:solidFill>
              </a:defRPr>
            </a:lvl6pPr>
            <a:lvl7pPr marL="3200400" lvl="6" indent="-310387" algn="l">
              <a:spcBef>
                <a:spcPts val="600"/>
              </a:spcBef>
              <a:spcAft>
                <a:spcPts val="0"/>
              </a:spcAft>
              <a:buSzPts val="1288"/>
              <a:buChar char="◼"/>
              <a:defRPr sz="1400">
                <a:solidFill>
                  <a:schemeClr val="dk2"/>
                </a:solidFill>
              </a:defRPr>
            </a:lvl7pPr>
            <a:lvl8pPr marL="3657600" lvl="7" indent="-310387" algn="l">
              <a:spcBef>
                <a:spcPts val="600"/>
              </a:spcBef>
              <a:spcAft>
                <a:spcPts val="0"/>
              </a:spcAft>
              <a:buSzPts val="1288"/>
              <a:buChar char="◼"/>
              <a:defRPr sz="1400">
                <a:solidFill>
                  <a:schemeClr val="dk2"/>
                </a:solidFill>
              </a:defRPr>
            </a:lvl8pPr>
            <a:lvl9pPr marL="4114800" lvl="8" indent="-310387" algn="l">
              <a:spcBef>
                <a:spcPts val="600"/>
              </a:spcBef>
              <a:spcAft>
                <a:spcPts val="600"/>
              </a:spcAft>
              <a:buSzPts val="1288"/>
              <a:buChar char="◼"/>
              <a:defRPr sz="1400">
                <a:solidFill>
                  <a:schemeClr val="dk2"/>
                </a:solidFill>
              </a:defRPr>
            </a:lvl9pPr>
          </a:lstStyle>
          <a:p>
            <a:pPr>
              <a:defRPr/>
            </a:pPr>
            <a:endParaRPr/>
          </a:p>
        </p:txBody>
      </p:sp>
      <p:sp>
        <p:nvSpPr>
          <p:cNvPr id="661259033" name="Google Shape;67;p9"/>
          <p:cNvSpPr txBox="1"/>
          <p:nvPr>
            <p:ph type="body" idx="2"/>
          </p:nvPr>
        </p:nvSpPr>
        <p:spPr bwMode="auto">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spcBef>
                <a:spcPts val="220"/>
              </a:spcBef>
              <a:spcAft>
                <a:spcPts val="0"/>
              </a:spcAft>
              <a:buSzPts val="1012"/>
              <a:buNone/>
              <a:defRPr sz="11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pPr>
              <a:defRPr/>
            </a:pPr>
            <a:endParaRPr/>
          </a:p>
        </p:txBody>
      </p:sp>
      <p:sp>
        <p:nvSpPr>
          <p:cNvPr id="1249838113" name="Google Shape;68;p9"/>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74856980" name="Google Shape;69;p9"/>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50305229" name="Google Shape;70;p9"/>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defRPr>
            </a:lvl1pPr>
            <a:lvl2pPr marL="0" lvl="1" indent="0" algn="r">
              <a:spcBef>
                <a:spcPts val="0"/>
              </a:spcBef>
              <a:buNone/>
              <a:defRPr sz="900">
                <a:solidFill>
                  <a:srgbClr val="2D58AC"/>
                </a:solidFill>
                <a:latin typeface="Gill Sans"/>
                <a:ea typeface="Gill Sans"/>
                <a:cs typeface="Gill Sans"/>
              </a:defRPr>
            </a:lvl2pPr>
            <a:lvl3pPr marL="0" lvl="2" indent="0" algn="r">
              <a:spcBef>
                <a:spcPts val="0"/>
              </a:spcBef>
              <a:buNone/>
              <a:defRPr sz="900">
                <a:solidFill>
                  <a:srgbClr val="2D58AC"/>
                </a:solidFill>
                <a:latin typeface="Gill Sans"/>
                <a:ea typeface="Gill Sans"/>
                <a:cs typeface="Gill Sans"/>
              </a:defRPr>
            </a:lvl3pPr>
            <a:lvl4pPr marL="0" lvl="3" indent="0" algn="r">
              <a:spcBef>
                <a:spcPts val="0"/>
              </a:spcBef>
              <a:buNone/>
              <a:defRPr sz="900">
                <a:solidFill>
                  <a:srgbClr val="2D58AC"/>
                </a:solidFill>
                <a:latin typeface="Gill Sans"/>
                <a:ea typeface="Gill Sans"/>
                <a:cs typeface="Gill Sans"/>
              </a:defRPr>
            </a:lvl4pPr>
            <a:lvl5pPr marL="0" lvl="4" indent="0" algn="r">
              <a:spcBef>
                <a:spcPts val="0"/>
              </a:spcBef>
              <a:buNone/>
              <a:defRPr sz="900">
                <a:solidFill>
                  <a:srgbClr val="2D58AC"/>
                </a:solidFill>
                <a:latin typeface="Gill Sans"/>
                <a:ea typeface="Gill Sans"/>
                <a:cs typeface="Gill Sans"/>
              </a:defRPr>
            </a:lvl5pPr>
            <a:lvl6pPr marL="0" lvl="5" indent="0" algn="r">
              <a:spcBef>
                <a:spcPts val="0"/>
              </a:spcBef>
              <a:buNone/>
              <a:defRPr sz="900">
                <a:solidFill>
                  <a:srgbClr val="2D58AC"/>
                </a:solidFill>
                <a:latin typeface="Gill Sans"/>
                <a:ea typeface="Gill Sans"/>
                <a:cs typeface="Gill Sans"/>
              </a:defRPr>
            </a:lvl6pPr>
            <a:lvl7pPr marL="0" lvl="6" indent="0" algn="r">
              <a:spcBef>
                <a:spcPts val="0"/>
              </a:spcBef>
              <a:buNone/>
              <a:defRPr sz="900">
                <a:solidFill>
                  <a:srgbClr val="2D58AC"/>
                </a:solidFill>
                <a:latin typeface="Gill Sans"/>
                <a:ea typeface="Gill Sans"/>
                <a:cs typeface="Gill Sans"/>
              </a:defRPr>
            </a:lvl7pPr>
            <a:lvl8pPr marL="0" lvl="7" indent="0" algn="r">
              <a:spcBef>
                <a:spcPts val="0"/>
              </a:spcBef>
              <a:buNone/>
              <a:defRPr sz="900">
                <a:solidFill>
                  <a:srgbClr val="2D58AC"/>
                </a:solidFill>
                <a:latin typeface="Gill Sans"/>
                <a:ea typeface="Gill Sans"/>
                <a:cs typeface="Gill Sans"/>
              </a:defRPr>
            </a:lvl8pPr>
            <a:lvl9pPr marL="0" lvl="8" indent="0" algn="r">
              <a:spcBef>
                <a:spcPts val="0"/>
              </a:spcBef>
              <a:buNone/>
              <a:defRPr sz="900">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Imagen con título" preserve="0" showMasterPhAnim="0" showMasterSp="1" type="picTx" userDrawn="1">
  <p:cSld name="PICTURE_WITH_CAPTION_TEXT">
    <p:spTree>
      <p:nvGrpSpPr>
        <p:cNvPr id="1" name=""/>
        <p:cNvGrpSpPr/>
        <p:nvPr/>
      </p:nvGrpSpPr>
      <p:grpSpPr bwMode="auto">
        <a:xfrm>
          <a:off x="0" y="0"/>
          <a:ext cx="0" cy="0"/>
          <a:chOff x="0" y="0"/>
          <a:chExt cx="0" cy="0"/>
        </a:xfrm>
      </p:grpSpPr>
      <p:sp>
        <p:nvSpPr>
          <p:cNvPr id="1275689736" name="Google Shape;72;p10"/>
          <p:cNvSpPr txBox="1"/>
          <p:nvPr>
            <p:ph type="title"/>
          </p:nvPr>
        </p:nvSpPr>
        <p:spPr bwMode="auto">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29486146" name="Google Shape;73;p10"/>
          <p:cNvSpPr/>
          <p:nvPr>
            <p:ph type="pic" idx="2"/>
          </p:nvPr>
        </p:nvSpPr>
        <p:spPr bwMode="auto">
          <a:xfrm>
            <a:off x="447817" y="599725"/>
            <a:ext cx="11290859" cy="3557252"/>
          </a:xfrm>
          <a:prstGeom prst="rect">
            <a:avLst/>
          </a:prstGeom>
          <a:noFill/>
          <a:ln>
            <a:noFill/>
          </a:ln>
        </p:spPr>
      </p:sp>
      <p:sp>
        <p:nvSpPr>
          <p:cNvPr id="852395002" name="Google Shape;74;p10"/>
          <p:cNvSpPr txBox="1"/>
          <p:nvPr>
            <p:ph type="body" idx="1"/>
          </p:nvPr>
        </p:nvSpPr>
        <p:spPr bwMode="auto">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spcBef>
                <a:spcPts val="240"/>
              </a:spcBef>
              <a:spcAft>
                <a:spcPts val="0"/>
              </a:spcAft>
              <a:buSzPts val="1104"/>
              <a:buNone/>
              <a:defRPr sz="12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pPr>
              <a:defRPr/>
            </a:pPr>
            <a:endParaRPr/>
          </a:p>
        </p:txBody>
      </p:sp>
      <p:sp>
        <p:nvSpPr>
          <p:cNvPr id="1823530296" name="Google Shape;75;p10"/>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7274475" name="Google Shape;76;p10"/>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20610263" name="Google Shape;77;p10"/>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y texto vertical" preserve="0" showMasterPhAnim="0" showMasterSp="1" type="vertTx" userDrawn="1">
  <p:cSld name="VERTICAL_TEXT">
    <p:spTree>
      <p:nvGrpSpPr>
        <p:cNvPr id="1" name=""/>
        <p:cNvGrpSpPr/>
        <p:nvPr/>
      </p:nvGrpSpPr>
      <p:grpSpPr bwMode="auto">
        <a:xfrm>
          <a:off x="0" y="0"/>
          <a:ext cx="0" cy="0"/>
          <a:chOff x="0" y="0"/>
          <a:chExt cx="0" cy="0"/>
        </a:xfrm>
      </p:grpSpPr>
      <p:sp>
        <p:nvSpPr>
          <p:cNvPr id="359408070" name="Google Shape;79;p11"/>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416282014" name="Google Shape;80;p11"/>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9846119" name="Google Shape;81;p11"/>
          <p:cNvSpPr txBox="1"/>
          <p:nvPr>
            <p:ph type="body" idx="1"/>
          </p:nvPr>
        </p:nvSpPr>
        <p:spPr bwMode="auto">
          <a:xfrm rot="5400000">
            <a:off x="4334603" y="-1417408"/>
            <a:ext cx="3522793" cy="11029616"/>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22072" algn="l">
              <a:spcBef>
                <a:spcPts val="600"/>
              </a:spcBef>
              <a:spcAft>
                <a:spcPts val="0"/>
              </a:spcAft>
              <a:buSzPts val="1472"/>
              <a:buChar char="◼"/>
              <a:defRPr/>
            </a:lvl2pPr>
            <a:lvl3pPr marL="1371600" lvl="2" indent="-310387" algn="l">
              <a:spcBef>
                <a:spcPts val="600"/>
              </a:spcBef>
              <a:spcAft>
                <a:spcPts val="0"/>
              </a:spcAft>
              <a:buSzPts val="1288"/>
              <a:buChar char="◼"/>
              <a:defRPr/>
            </a:lvl3pPr>
            <a:lvl4pPr marL="1828800" lvl="3" indent="-298704" algn="l">
              <a:spcBef>
                <a:spcPts val="600"/>
              </a:spcBef>
              <a:spcAft>
                <a:spcPts val="0"/>
              </a:spcAft>
              <a:buSzPts val="1104"/>
              <a:buChar char="◼"/>
              <a:defRPr/>
            </a:lvl4pPr>
            <a:lvl5pPr marL="2286000" lvl="4" indent="-298704" algn="l">
              <a:spcBef>
                <a:spcPts val="600"/>
              </a:spcBef>
              <a:spcAft>
                <a:spcPts val="0"/>
              </a:spcAft>
              <a:buSzPts val="1104"/>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1112088785" name="Google Shape;82;p11"/>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20251202" name="Google Shape;83;p11"/>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70656242" name="Google Shape;84;p11"/>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ítulo vertical y texto" preserve="0" showMasterPhAnim="0" showMasterSp="1" type="vertTitleAndTx" userDrawn="1">
  <p:cSld name="VERTICAL_TITLE_AND_VERTICAL_TEXT">
    <p:spTree>
      <p:nvGrpSpPr>
        <p:cNvPr id="1" name=""/>
        <p:cNvGrpSpPr/>
        <p:nvPr/>
      </p:nvGrpSpPr>
      <p:grpSpPr bwMode="auto">
        <a:xfrm>
          <a:off x="0" y="0"/>
          <a:ext cx="0" cy="0"/>
          <a:chOff x="0" y="0"/>
          <a:chExt cx="0" cy="0"/>
        </a:xfrm>
      </p:grpSpPr>
      <p:sp>
        <p:nvSpPr>
          <p:cNvPr id="915941104" name="Google Shape;86;p12"/>
          <p:cNvSpPr/>
          <p:nvPr/>
        </p:nvSpPr>
        <p:spPr bwMode="auto">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16274835" name="Google Shape;87;p12"/>
          <p:cNvSpPr txBox="1"/>
          <p:nvPr>
            <p:ph type="title"/>
          </p:nvPr>
        </p:nvSpPr>
        <p:spPr bwMode="auto">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9807430" name="Google Shape;88;p12"/>
          <p:cNvSpPr txBox="1"/>
          <p:nvPr>
            <p:ph type="body" idx="1"/>
          </p:nvPr>
        </p:nvSpPr>
        <p:spPr bwMode="auto">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pPr>
              <a:defRPr/>
            </a:pPr>
            <a:endParaRPr/>
          </a:p>
        </p:txBody>
      </p:sp>
      <p:sp>
        <p:nvSpPr>
          <p:cNvPr id="1748699403" name="Google Shape;89;p12"/>
          <p:cNvSpPr txBox="1"/>
          <p:nvPr>
            <p:ph type="dt" idx="10"/>
          </p:nvPr>
        </p:nvSpPr>
        <p:spPr bwMode="auto">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1438890" name="Google Shape;90;p12"/>
          <p:cNvSpPr txBox="1"/>
          <p:nvPr>
            <p:ph type="ftr" idx="11"/>
          </p:nvPr>
        </p:nvSpPr>
        <p:spPr bwMode="auto">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91685226" name="Google Shape;91;p12"/>
          <p:cNvSpPr txBox="1"/>
          <p:nvPr>
            <p:ph type="sldNum" idx="12"/>
          </p:nvPr>
        </p:nvSpPr>
        <p:spPr bwMode="auto">
          <a:xfrm>
            <a:off x="10446615" y="5956137"/>
            <a:ext cx="11641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a:solidFill>
                  <a:srgbClr val="2D58AC"/>
                </a:solidFill>
                <a:latin typeface="Gill Sans"/>
                <a:ea typeface="Gill Sans"/>
                <a:cs typeface="Gill Sans"/>
              </a:defRPr>
            </a:lvl1pPr>
            <a:lvl2pPr marL="0" lvl="1" indent="0" algn="r">
              <a:spcBef>
                <a:spcPts val="0"/>
              </a:spcBef>
              <a:buNone/>
              <a:defRPr sz="900">
                <a:solidFill>
                  <a:srgbClr val="2D58AC"/>
                </a:solidFill>
                <a:latin typeface="Gill Sans"/>
                <a:ea typeface="Gill Sans"/>
                <a:cs typeface="Gill Sans"/>
              </a:defRPr>
            </a:lvl2pPr>
            <a:lvl3pPr marL="0" lvl="2" indent="0" algn="r">
              <a:spcBef>
                <a:spcPts val="0"/>
              </a:spcBef>
              <a:buNone/>
              <a:defRPr sz="900">
                <a:solidFill>
                  <a:srgbClr val="2D58AC"/>
                </a:solidFill>
                <a:latin typeface="Gill Sans"/>
                <a:ea typeface="Gill Sans"/>
                <a:cs typeface="Gill Sans"/>
              </a:defRPr>
            </a:lvl3pPr>
            <a:lvl4pPr marL="0" lvl="3" indent="0" algn="r">
              <a:spcBef>
                <a:spcPts val="0"/>
              </a:spcBef>
              <a:buNone/>
              <a:defRPr sz="900">
                <a:solidFill>
                  <a:srgbClr val="2D58AC"/>
                </a:solidFill>
                <a:latin typeface="Gill Sans"/>
                <a:ea typeface="Gill Sans"/>
                <a:cs typeface="Gill Sans"/>
              </a:defRPr>
            </a:lvl4pPr>
            <a:lvl5pPr marL="0" lvl="4" indent="0" algn="r">
              <a:spcBef>
                <a:spcPts val="0"/>
              </a:spcBef>
              <a:buNone/>
              <a:defRPr sz="900">
                <a:solidFill>
                  <a:srgbClr val="2D58AC"/>
                </a:solidFill>
                <a:latin typeface="Gill Sans"/>
                <a:ea typeface="Gill Sans"/>
                <a:cs typeface="Gill Sans"/>
              </a:defRPr>
            </a:lvl5pPr>
            <a:lvl6pPr marL="0" lvl="5" indent="0" algn="r">
              <a:spcBef>
                <a:spcPts val="0"/>
              </a:spcBef>
              <a:buNone/>
              <a:defRPr sz="900">
                <a:solidFill>
                  <a:srgbClr val="2D58AC"/>
                </a:solidFill>
                <a:latin typeface="Gill Sans"/>
                <a:ea typeface="Gill Sans"/>
                <a:cs typeface="Gill Sans"/>
              </a:defRPr>
            </a:lvl6pPr>
            <a:lvl7pPr marL="0" lvl="6" indent="0" algn="r">
              <a:spcBef>
                <a:spcPts val="0"/>
              </a:spcBef>
              <a:buNone/>
              <a:defRPr sz="900">
                <a:solidFill>
                  <a:srgbClr val="2D58AC"/>
                </a:solidFill>
                <a:latin typeface="Gill Sans"/>
                <a:ea typeface="Gill Sans"/>
                <a:cs typeface="Gill Sans"/>
              </a:defRPr>
            </a:lvl7pPr>
            <a:lvl8pPr marL="0" lvl="7" indent="0" algn="r">
              <a:spcBef>
                <a:spcPts val="0"/>
              </a:spcBef>
              <a:buNone/>
              <a:defRPr sz="900">
                <a:solidFill>
                  <a:srgbClr val="2D58AC"/>
                </a:solidFill>
                <a:latin typeface="Gill Sans"/>
                <a:ea typeface="Gill Sans"/>
                <a:cs typeface="Gill Sans"/>
              </a:defRPr>
            </a:lvl8pPr>
            <a:lvl9pPr marL="0" lvl="8" indent="0" algn="r">
              <a:spcBef>
                <a:spcPts val="0"/>
              </a:spcBef>
              <a:buNone/>
              <a:defRPr sz="900">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510949359" name="Google Shape;6;p1"/>
          <p:cNvSpPr txBox="1"/>
          <p:nvPr>
            <p:ph type="title"/>
          </p:nvPr>
        </p:nvSpPr>
        <p:spPr bwMode="auto">
          <a:xfrm>
            <a:off x="581192" y="705123"/>
            <a:ext cx="11029616" cy="1189554"/>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pPr>
              <a:defRPr/>
            </a:pPr>
            <a:endParaRPr/>
          </a:p>
        </p:txBody>
      </p:sp>
      <p:sp>
        <p:nvSpPr>
          <p:cNvPr id="73347192" name="Google Shape;7;p1"/>
          <p:cNvSpPr txBox="1"/>
          <p:nvPr>
            <p:ph type="body" idx="1"/>
          </p:nvPr>
        </p:nvSpPr>
        <p:spPr bwMode="auto">
          <a:xfrm>
            <a:off x="581192" y="2336003"/>
            <a:ext cx="11029616" cy="3522793"/>
          </a:xfrm>
          <a:prstGeom prst="rect">
            <a:avLst/>
          </a:prstGeom>
          <a:noFill/>
          <a:ln>
            <a:noFill/>
          </a:ln>
        </p:spPr>
        <p:txBody>
          <a:bodyPr spcFirstLastPara="1" wrap="square" lIns="91425" tIns="45700" rIns="91425" bIns="45700" anchor="ctr" anchorCtr="0">
            <a:norm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defRPr>
            </a:lvl2pPr>
            <a:lvl3pPr marL="1371600" marR="0" lvl="2" indent="-310387"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defRPr>
            </a:lvl3pPr>
            <a:lvl4pPr marL="1828800" marR="0" lvl="3"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7pPr>
            <a:lvl8pPr marL="3657600" marR="0" lvl="7"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8pPr>
            <a:lvl9pPr marL="4114800" marR="0" lvl="8" indent="-298704"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9pPr>
          </a:lstStyle>
          <a:p>
            <a:pPr>
              <a:defRPr/>
            </a:pPr>
            <a:endParaRPr/>
          </a:p>
        </p:txBody>
      </p:sp>
      <p:sp>
        <p:nvSpPr>
          <p:cNvPr id="836338784" name="Google Shape;8;p1"/>
          <p:cNvSpPr txBox="1"/>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chemeClr val="accent2"/>
                </a:solidFill>
                <a:latin typeface="Gill Sans"/>
                <a:ea typeface="Gill Sans"/>
                <a:cs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defRPr>
            </a:lvl9pPr>
          </a:lstStyle>
          <a:p>
            <a:pPr>
              <a:defRPr/>
            </a:pPr>
            <a:endParaRPr/>
          </a:p>
        </p:txBody>
      </p:sp>
      <p:sp>
        <p:nvSpPr>
          <p:cNvPr id="329009600" name="Google Shape;9;p1"/>
          <p:cNvSpPr txBox="1"/>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accent2"/>
                </a:solidFill>
                <a:latin typeface="Gill Sans"/>
                <a:ea typeface="Gill Sans"/>
                <a:cs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defRPr>
            </a:lvl9pPr>
          </a:lstStyle>
          <a:p>
            <a:pPr>
              <a:defRPr/>
            </a:pPr>
            <a:endParaRPr/>
          </a:p>
        </p:txBody>
      </p:sp>
      <p:sp>
        <p:nvSpPr>
          <p:cNvPr id="29924058" name="Google Shape;10;p1"/>
          <p:cNvSpPr txBox="1"/>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2"/>
                </a:solidFill>
                <a:latin typeface="Gill Sans"/>
                <a:ea typeface="Gill Sans"/>
                <a:cs typeface="Gill Sans"/>
              </a:defRPr>
            </a:lvl1pPr>
            <a:lvl2pPr marL="0" marR="0" lvl="1" indent="0" algn="r" rtl="0">
              <a:spcBef>
                <a:spcPts val="0"/>
              </a:spcBef>
              <a:buNone/>
              <a:defRPr sz="900" b="0" i="0" u="none" strike="noStrike" cap="none">
                <a:solidFill>
                  <a:schemeClr val="accent2"/>
                </a:solidFill>
                <a:latin typeface="Gill Sans"/>
                <a:ea typeface="Gill Sans"/>
                <a:cs typeface="Gill Sans"/>
              </a:defRPr>
            </a:lvl2pPr>
            <a:lvl3pPr marL="0" marR="0" lvl="2" indent="0" algn="r" rtl="0">
              <a:spcBef>
                <a:spcPts val="0"/>
              </a:spcBef>
              <a:buNone/>
              <a:defRPr sz="900" b="0" i="0" u="none" strike="noStrike" cap="none">
                <a:solidFill>
                  <a:schemeClr val="accent2"/>
                </a:solidFill>
                <a:latin typeface="Gill Sans"/>
                <a:ea typeface="Gill Sans"/>
                <a:cs typeface="Gill Sans"/>
              </a:defRPr>
            </a:lvl3pPr>
            <a:lvl4pPr marL="0" marR="0" lvl="3" indent="0" algn="r" rtl="0">
              <a:spcBef>
                <a:spcPts val="0"/>
              </a:spcBef>
              <a:buNone/>
              <a:defRPr sz="900" b="0" i="0" u="none" strike="noStrike" cap="none">
                <a:solidFill>
                  <a:schemeClr val="accent2"/>
                </a:solidFill>
                <a:latin typeface="Gill Sans"/>
                <a:ea typeface="Gill Sans"/>
                <a:cs typeface="Gill Sans"/>
              </a:defRPr>
            </a:lvl4pPr>
            <a:lvl5pPr marL="0" marR="0" lvl="4" indent="0" algn="r" rtl="0">
              <a:spcBef>
                <a:spcPts val="0"/>
              </a:spcBef>
              <a:buNone/>
              <a:defRPr sz="900" b="0" i="0" u="none" strike="noStrike" cap="none">
                <a:solidFill>
                  <a:schemeClr val="accent2"/>
                </a:solidFill>
                <a:latin typeface="Gill Sans"/>
                <a:ea typeface="Gill Sans"/>
                <a:cs typeface="Gill Sans"/>
              </a:defRPr>
            </a:lvl5pPr>
            <a:lvl6pPr marL="0" marR="0" lvl="5" indent="0" algn="r" rtl="0">
              <a:spcBef>
                <a:spcPts val="0"/>
              </a:spcBef>
              <a:buNone/>
              <a:defRPr sz="900" b="0" i="0" u="none" strike="noStrike" cap="none">
                <a:solidFill>
                  <a:schemeClr val="accent2"/>
                </a:solidFill>
                <a:latin typeface="Gill Sans"/>
                <a:ea typeface="Gill Sans"/>
                <a:cs typeface="Gill Sans"/>
              </a:defRPr>
            </a:lvl6pPr>
            <a:lvl7pPr marL="0" marR="0" lvl="6" indent="0" algn="r" rtl="0">
              <a:spcBef>
                <a:spcPts val="0"/>
              </a:spcBef>
              <a:buNone/>
              <a:defRPr sz="900" b="0" i="0" u="none" strike="noStrike" cap="none">
                <a:solidFill>
                  <a:schemeClr val="accent2"/>
                </a:solidFill>
                <a:latin typeface="Gill Sans"/>
                <a:ea typeface="Gill Sans"/>
                <a:cs typeface="Gill Sans"/>
              </a:defRPr>
            </a:lvl7pPr>
            <a:lvl8pPr marL="0" marR="0" lvl="7" indent="0" algn="r" rtl="0">
              <a:spcBef>
                <a:spcPts val="0"/>
              </a:spcBef>
              <a:buNone/>
              <a:defRPr sz="900" b="0" i="0" u="none" strike="noStrike" cap="none">
                <a:solidFill>
                  <a:schemeClr val="accent2"/>
                </a:solidFill>
                <a:latin typeface="Gill Sans"/>
                <a:ea typeface="Gill Sans"/>
                <a:cs typeface="Gill Sans"/>
              </a:defRPr>
            </a:lvl8pPr>
            <a:lvl9pPr marL="0" marR="0" lvl="8" indent="0" algn="r" rtl="0">
              <a:spcBef>
                <a:spcPts val="0"/>
              </a:spcBef>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
        <p:nvSpPr>
          <p:cNvPr id="1482620215" name="Google Shape;11;p1"/>
          <p:cNvSpPr/>
          <p:nvPr/>
        </p:nvSpPr>
        <p:spPr bwMode="auto">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69949187" name="Google Shape;12;p1"/>
          <p:cNvSpPr/>
          <p:nvPr/>
        </p:nvSpPr>
        <p:spPr bwMode="auto">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56890450" name="Google Shape;13;p1"/>
          <p:cNvSpPr/>
          <p:nvPr/>
        </p:nvSpPr>
        <p:spPr bwMode="auto">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3.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5.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30.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3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4946040" name="Google Shape;96;p13"/>
          <p:cNvSpPr txBox="1"/>
          <p:nvPr>
            <p:ph type="ctrTitle"/>
          </p:nvPr>
        </p:nvSpPr>
        <p:spPr bwMode="auto">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3600"/>
              <a:buFont typeface="Gill Sans"/>
              <a:buNone/>
              <a:defRPr/>
            </a:pPr>
            <a:r>
              <a:rPr lang="es-ES">
                <a:solidFill>
                  <a:schemeClr val="lt1"/>
                </a:solidFill>
              </a:rPr>
              <a:t>MANUAL</a:t>
            </a:r>
            <a:br>
              <a:rPr lang="es-ES">
                <a:solidFill>
                  <a:schemeClr val="lt1"/>
                </a:solidFill>
              </a:rPr>
            </a:br>
            <a:r>
              <a:rPr lang="es-ES">
                <a:solidFill>
                  <a:schemeClr val="lt1"/>
                </a:solidFill>
              </a:rPr>
              <a:t>EUREKA BANK CON SOAP Y BASE DE DATOS- JAVA</a:t>
            </a:r>
            <a:endParaRPr/>
          </a:p>
        </p:txBody>
      </p:sp>
      <p:sp>
        <p:nvSpPr>
          <p:cNvPr id="1325994151" name="Google Shape;97;p13"/>
          <p:cNvSpPr txBox="1"/>
          <p:nvPr>
            <p:ph type="subTitle" idx="1"/>
          </p:nvPr>
        </p:nvSpPr>
        <p:spPr bwMode="auto">
          <a:xfrm>
            <a:off x="599226" y="4572000"/>
            <a:ext cx="4261531" cy="181275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72"/>
              <a:buNone/>
              <a:defRPr/>
            </a:pPr>
            <a:r>
              <a:rPr lang="es-ES" b="1">
                <a:solidFill>
                  <a:schemeClr val="lt1"/>
                </a:solidFill>
              </a:rPr>
              <a:t>INTEGRANTES:</a:t>
            </a:r>
            <a:r>
              <a:rPr lang="es-ES">
                <a:solidFill>
                  <a:schemeClr val="lt1"/>
                </a:solidFill>
              </a:rPr>
              <a:t> 	</a:t>
            </a:r>
            <a:endParaRPr/>
          </a:p>
          <a:p>
            <a:pPr marL="0" lvl="0" indent="0" algn="l" rtl="0">
              <a:spcBef>
                <a:spcPts val="920"/>
              </a:spcBef>
              <a:spcAft>
                <a:spcPts val="0"/>
              </a:spcAft>
              <a:buSzPts val="1472"/>
              <a:buNone/>
              <a:defRPr/>
            </a:pPr>
            <a:r>
              <a:rPr lang="es-ES">
                <a:solidFill>
                  <a:schemeClr val="lt1"/>
                </a:solidFill>
              </a:rPr>
              <a:t>COLOMA KEVIN</a:t>
            </a:r>
            <a:endParaRPr/>
          </a:p>
          <a:p>
            <a:pPr marL="0" lvl="0" indent="0" algn="l" rtl="0">
              <a:spcBef>
                <a:spcPts val="920"/>
              </a:spcBef>
              <a:spcAft>
                <a:spcPts val="0"/>
              </a:spcAft>
              <a:buSzPts val="1472"/>
              <a:buNone/>
              <a:defRPr/>
            </a:pPr>
            <a:r>
              <a:rPr lang="es-ES">
                <a:solidFill>
                  <a:schemeClr val="lt1"/>
                </a:solidFill>
              </a:rPr>
              <a:t>GRANDA CARLOS</a:t>
            </a:r>
            <a:endParaRPr/>
          </a:p>
          <a:p>
            <a:pPr marL="0" lvl="0" indent="0" algn="l" rtl="0">
              <a:spcBef>
                <a:spcPts val="920"/>
              </a:spcBef>
              <a:spcAft>
                <a:spcPts val="0"/>
              </a:spcAft>
              <a:buSzPts val="1472"/>
              <a:buNone/>
              <a:defRPr/>
            </a:pPr>
            <a:r>
              <a:rPr lang="es-ES">
                <a:solidFill>
                  <a:schemeClr val="lt1"/>
                </a:solidFill>
              </a:rPr>
              <a:t>MOREIRA ERICK</a:t>
            </a:r>
            <a:endParaRPr/>
          </a:p>
        </p:txBody>
      </p:sp>
      <p:pic>
        <p:nvPicPr>
          <p:cNvPr id="1699295" name="Google Shape;98;p13" descr="Resultado de imagen para espe"/>
          <p:cNvPicPr/>
          <p:nvPr/>
        </p:nvPicPr>
        <p:blipFill rotWithShape="1">
          <a:blip r:embed="rId3">
            <a:alphaModFix/>
          </a:blip>
          <a:srcRect l="0" t="0" r="0" b="0"/>
          <a:stretch/>
        </p:blipFill>
        <p:spPr bwMode="auto">
          <a:xfrm>
            <a:off x="319597" y="716302"/>
            <a:ext cx="11647502" cy="2193925"/>
          </a:xfrm>
          <a:prstGeom prst="rect">
            <a:avLst/>
          </a:prstGeom>
          <a:noFill/>
          <a:ln>
            <a:noFill/>
          </a:ln>
        </p:spPr>
      </p:pic>
      <p:sp>
        <p:nvSpPr>
          <p:cNvPr id="631353171" name="Google Shape;99;p13"/>
          <p:cNvSpPr txBox="1"/>
          <p:nvPr/>
        </p:nvSpPr>
        <p:spPr bwMode="auto">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defRPr/>
            </a:pPr>
            <a:r>
              <a:rPr lang="es-ES" sz="1600" b="1" i="0" u="none" strike="noStrike" cap="none">
                <a:solidFill>
                  <a:srgbClr val="FFFFFF"/>
                </a:solidFill>
                <a:latin typeface="Gill Sans"/>
                <a:ea typeface="Gill Sans"/>
                <a:cs typeface="Gill Sans"/>
              </a:rPr>
              <a:t>FECHA:  </a:t>
            </a:r>
            <a:r>
              <a:rPr lang="es-ES" sz="1600" b="1">
                <a:solidFill>
                  <a:srgbClr val="FFFFFF"/>
                </a:solidFill>
                <a:latin typeface="Gill Sans"/>
                <a:ea typeface="Gill Sans"/>
                <a:cs typeface="Gill Sans"/>
              </a:rPr>
              <a:t>10</a:t>
            </a:r>
            <a:r>
              <a:rPr lang="es-ES" sz="1600" b="1" i="0" u="none" strike="noStrike" cap="none">
                <a:solidFill>
                  <a:srgbClr val="FFFFFF"/>
                </a:solidFill>
                <a:latin typeface="Gill Sans"/>
                <a:ea typeface="Gill Sans"/>
                <a:cs typeface="Gill Sans"/>
              </a:rPr>
              <a:t>/0</a:t>
            </a:r>
            <a:r>
              <a:rPr lang="es-ES" sz="1600" b="1">
                <a:solidFill>
                  <a:srgbClr val="FFFFFF"/>
                </a:solidFill>
                <a:latin typeface="Gill Sans"/>
                <a:ea typeface="Gill Sans"/>
                <a:cs typeface="Gill Sans"/>
              </a:rPr>
              <a:t>6</a:t>
            </a:r>
            <a:r>
              <a:rPr lang="es-ES" sz="1600" b="1" i="0" u="none" strike="noStrike" cap="none">
                <a:solidFill>
                  <a:srgbClr val="FFFFFF"/>
                </a:solidFill>
                <a:latin typeface="Gill Sans"/>
                <a:ea typeface="Gill Sans"/>
                <a:cs typeface="Gill Sans"/>
              </a:rPr>
              <a:t>/202</a:t>
            </a:r>
            <a:r>
              <a:rPr lang="es-ES" sz="1600" b="1">
                <a:solidFill>
                  <a:srgbClr val="FFFFFF"/>
                </a:solidFill>
                <a:latin typeface="Gill Sans"/>
                <a:ea typeface="Gill Sans"/>
                <a:cs typeface="Gill Sans"/>
              </a:rPr>
              <a:t>6</a:t>
            </a:r>
            <a:endParaRPr sz="1600" b="0" i="0" u="none" strike="noStrike" cap="none">
              <a:solidFill>
                <a:srgbClr val="FFFFFF"/>
              </a:solidFill>
              <a:latin typeface="Gill Sans"/>
              <a:ea typeface="Gill Sans"/>
              <a:cs typeface="Gill Sans"/>
            </a:endParaRPr>
          </a:p>
          <a:p>
            <a:pPr marL="0" marR="0" lvl="0" indent="0" algn="l" rtl="0">
              <a:lnSpc>
                <a:spcPct val="100000"/>
              </a:lnSpc>
              <a:spcBef>
                <a:spcPts val="920"/>
              </a:spcBef>
              <a:spcAft>
                <a:spcPts val="0"/>
              </a:spcAft>
              <a:buClr>
                <a:srgbClr val="4590B8"/>
              </a:buClr>
              <a:buSzPts val="1472"/>
              <a:buFont typeface="Noto Sans Symbols"/>
              <a:buNone/>
              <a:defRPr/>
            </a:pPr>
            <a:r>
              <a:rPr lang="es-ES" sz="1600" b="1" i="0" u="none" strike="noStrike" cap="none">
                <a:solidFill>
                  <a:srgbClr val="FFFFFF"/>
                </a:solidFill>
                <a:latin typeface="Gill Sans"/>
                <a:ea typeface="Gill Sans"/>
                <a:cs typeface="Gill Sans"/>
              </a:rPr>
              <a:t>ING: </a:t>
            </a:r>
            <a:r>
              <a:rPr lang="es-ES" sz="1600" b="0" i="0" u="none" strike="noStrike" cap="none">
                <a:solidFill>
                  <a:srgbClr val="FFFFFF"/>
                </a:solidFill>
                <a:latin typeface="Gill Sans"/>
                <a:ea typeface="Gill Sans"/>
                <a:cs typeface="Gill Sans"/>
              </a:rPr>
              <a:t>CAMPAÑA MAURICIO</a:t>
            </a:r>
            <a:endParaRPr sz="1600" b="1" i="0" u="none" strike="noStrike" cap="none">
              <a:solidFill>
                <a:srgbClr val="FFFFFF"/>
              </a:solidFill>
              <a:latin typeface="Gill Sans"/>
              <a:ea typeface="Gill Sans"/>
              <a:cs typeface="Gill Sans"/>
            </a:endParaRPr>
          </a:p>
        </p:txBody>
      </p:sp>
      <p:sp>
        <p:nvSpPr>
          <p:cNvPr id="962614400" name="Google Shape;100;p13"/>
          <p:cNvSpPr txBox="1"/>
          <p:nvPr/>
        </p:nvSpPr>
        <p:spPr bwMode="auto">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defRPr/>
            </a:pPr>
            <a:r>
              <a:rPr lang="es-ES" sz="2000" b="0" i="0" u="none" strike="noStrike" cap="none">
                <a:solidFill>
                  <a:srgbClr val="000000"/>
                </a:solidFill>
                <a:latin typeface="Gill Sans"/>
                <a:ea typeface="Gill Sans"/>
                <a:cs typeface="Gill Sans"/>
              </a:rPr>
              <a:t>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lt1"/>
        </a:solidFill>
      </p:bgPr>
    </p:bg>
    <p:spTree>
      <p:nvGrpSpPr>
        <p:cNvPr id="1" name=""/>
        <p:cNvGrpSpPr/>
        <p:nvPr/>
      </p:nvGrpSpPr>
      <p:grpSpPr bwMode="auto">
        <a:xfrm>
          <a:off x="0" y="0"/>
          <a:ext cx="0" cy="0"/>
          <a:chOff x="0" y="0"/>
          <a:chExt cx="0" cy="0"/>
        </a:xfrm>
      </p:grpSpPr>
      <p:sp>
        <p:nvSpPr>
          <p:cNvPr id="733270782" name="Google Shape;105;p14"/>
          <p:cNvSpPr/>
          <p:nvPr/>
        </p:nvSpPr>
        <p:spPr bwMode="auto">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defRPr/>
            </a:pPr>
            <a:endParaRPr sz="1800" b="0" i="0" u="none" strike="noStrike" cap="none">
              <a:solidFill>
                <a:srgbClr val="FFFFFF"/>
              </a:solidFill>
              <a:latin typeface="Gill Sans"/>
              <a:ea typeface="Gill Sans"/>
              <a:cs typeface="Gill Sans"/>
            </a:endParaRPr>
          </a:p>
        </p:txBody>
      </p:sp>
      <p:sp>
        <p:nvSpPr>
          <p:cNvPr id="190459887" name="Google Shape;106;p14"/>
          <p:cNvSpPr/>
          <p:nvPr/>
        </p:nvSpPr>
        <p:spPr bwMode="auto">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lt1"/>
              </a:solidFill>
              <a:latin typeface="Gill Sans"/>
              <a:ea typeface="Gill Sans"/>
              <a:cs typeface="Gill Sans"/>
            </a:endParaRPr>
          </a:p>
        </p:txBody>
      </p:sp>
      <p:sp>
        <p:nvSpPr>
          <p:cNvPr id="712384139" name="Google Shape;107;p14"/>
          <p:cNvSpPr txBox="1"/>
          <p:nvPr>
            <p:ph type="body" idx="1"/>
          </p:nvPr>
        </p:nvSpPr>
        <p:spPr bwMode="auto">
          <a:xfrm>
            <a:off x="596348" y="701336"/>
            <a:ext cx="3389726" cy="5424255"/>
          </a:xfrm>
          <a:prstGeom prst="rect">
            <a:avLst/>
          </a:prstGeom>
          <a:noFill/>
          <a:ln>
            <a:noFill/>
          </a:ln>
        </p:spPr>
        <p:txBody>
          <a:bodyPr spcFirstLastPara="1" wrap="square" lIns="91425" tIns="45700" rIns="91425" bIns="45700" anchor="ctr" anchorCtr="0">
            <a:normAutofit/>
          </a:bodyPr>
          <a:lstStyle/>
          <a:p>
            <a:pPr marL="306000" lvl="0" indent="-329660" algn="l" rtl="0">
              <a:spcBef>
                <a:spcPts val="0"/>
              </a:spcBef>
              <a:spcAft>
                <a:spcPts val="0"/>
              </a:spcAft>
              <a:buSzPts val="1656"/>
              <a:buChar char="◼"/>
              <a:defRPr/>
            </a:pPr>
            <a:r>
              <a:rPr lang="es-ES">
                <a:solidFill>
                  <a:schemeClr val="lt1"/>
                </a:solidFill>
              </a:rPr>
              <a:t>DESARROLLO</a:t>
            </a:r>
            <a:endParaRPr/>
          </a:p>
          <a:p>
            <a:pPr marL="630000" lvl="1" indent="-327031" algn="l" rtl="0">
              <a:spcBef>
                <a:spcPts val="848"/>
              </a:spcBef>
              <a:spcAft>
                <a:spcPts val="0"/>
              </a:spcAft>
              <a:buSzPts val="1472"/>
              <a:buChar char="◼"/>
              <a:defRPr/>
            </a:pPr>
            <a:r>
              <a:rPr lang="es-ES">
                <a:solidFill>
                  <a:schemeClr val="lt1"/>
                </a:solidFill>
              </a:rPr>
              <a:t>OBJETIVO</a:t>
            </a:r>
            <a:endParaRPr/>
          </a:p>
          <a:p>
            <a:pPr marL="630000" lvl="1" indent="-327031" algn="l" rtl="0">
              <a:spcBef>
                <a:spcPts val="848"/>
              </a:spcBef>
              <a:spcAft>
                <a:spcPts val="0"/>
              </a:spcAft>
              <a:buSzPts val="1472"/>
              <a:buChar char="◼"/>
              <a:defRPr/>
            </a:pPr>
            <a:r>
              <a:rPr lang="es-ES">
                <a:solidFill>
                  <a:schemeClr val="lt1"/>
                </a:solidFill>
              </a:rPr>
              <a:t>MODELO CONCEPTUAL DE LA BASE DE DATOS</a:t>
            </a:r>
            <a:endParaRPr/>
          </a:p>
          <a:p>
            <a:pPr marL="630000" lvl="1" indent="-327031" algn="l" rtl="0">
              <a:spcBef>
                <a:spcPts val="848"/>
              </a:spcBef>
              <a:spcAft>
                <a:spcPts val="0"/>
              </a:spcAft>
              <a:buSzPts val="1472"/>
              <a:buChar char="◼"/>
              <a:defRPr/>
            </a:pPr>
            <a:r>
              <a:rPr lang="es-ES">
                <a:solidFill>
                  <a:schemeClr val="lt1"/>
                </a:solidFill>
              </a:rPr>
              <a:t>CREAR BASE DE DATOS</a:t>
            </a:r>
            <a:endParaRPr/>
          </a:p>
          <a:p>
            <a:pPr marL="630000" lvl="1" indent="-327031" algn="l" rtl="0">
              <a:spcBef>
                <a:spcPts val="848"/>
              </a:spcBef>
              <a:spcAft>
                <a:spcPts val="0"/>
              </a:spcAft>
              <a:buSzPts val="1472"/>
              <a:buChar char="◼"/>
              <a:defRPr/>
            </a:pPr>
            <a:r>
              <a:rPr lang="es-ES">
                <a:solidFill>
                  <a:schemeClr val="lt1"/>
                </a:solidFill>
              </a:rPr>
              <a:t>CREACIÓN DEL SERVIDOR SOAP</a:t>
            </a:r>
            <a:endParaRPr/>
          </a:p>
          <a:p>
            <a:pPr marL="763200" lvl="1" indent="-329660" algn="l" rtl="0">
              <a:spcBef>
                <a:spcPts val="879"/>
              </a:spcBef>
              <a:spcAft>
                <a:spcPts val="0"/>
              </a:spcAft>
              <a:buSzPts val="1656"/>
              <a:buChar char="◼"/>
              <a:defRPr/>
            </a:pPr>
            <a:r>
              <a:rPr lang="es-ES" sz="1800">
                <a:solidFill>
                  <a:schemeClr val="lt1"/>
                </a:solidFill>
              </a:rPr>
              <a:t>CREAR BASE DE DATOS</a:t>
            </a:r>
            <a:endParaRPr/>
          </a:p>
          <a:p>
            <a:pPr marL="763200" lvl="1" indent="-329660" algn="l" rtl="0">
              <a:spcBef>
                <a:spcPts val="879"/>
              </a:spcBef>
              <a:spcAft>
                <a:spcPts val="0"/>
              </a:spcAft>
              <a:buSzPts val="1656"/>
              <a:buChar char="◼"/>
              <a:defRPr/>
            </a:pPr>
            <a:r>
              <a:rPr lang="es-ES" sz="1800">
                <a:solidFill>
                  <a:schemeClr val="lt1"/>
                </a:solidFill>
              </a:rPr>
              <a:t>CREACIÓN DEL SERVIDOR SOAP</a:t>
            </a:r>
            <a:endParaRPr/>
          </a:p>
          <a:p>
            <a:pPr marL="306000" marR="0" lvl="0" indent="-329660" algn="l" rtl="0">
              <a:lnSpc>
                <a:spcPct val="100000"/>
              </a:lnSpc>
              <a:spcBef>
                <a:spcPts val="879"/>
              </a:spcBef>
              <a:spcAft>
                <a:spcPts val="0"/>
              </a:spcAft>
              <a:buSzPts val="1656"/>
              <a:buChar char="◼"/>
              <a:defRPr/>
            </a:pPr>
            <a:r>
              <a:rPr lang="es-ES">
                <a:solidFill>
                  <a:schemeClr val="lt1"/>
                </a:solidFill>
              </a:rPr>
              <a:t>CONCLUSIONES</a:t>
            </a:r>
            <a:endParaRPr/>
          </a:p>
          <a:p>
            <a:pPr marL="306000" marR="0" lvl="0" indent="-329660" algn="l" rtl="0">
              <a:lnSpc>
                <a:spcPct val="100000"/>
              </a:lnSpc>
              <a:spcBef>
                <a:spcPts val="879"/>
              </a:spcBef>
              <a:spcAft>
                <a:spcPts val="0"/>
              </a:spcAft>
              <a:buSzPts val="1656"/>
              <a:buChar char="◼"/>
              <a:defRPr/>
            </a:pPr>
            <a:r>
              <a:rPr lang="es-ES">
                <a:solidFill>
                  <a:schemeClr val="lt1"/>
                </a:solidFill>
              </a:rPr>
              <a:t>RECOMENDACIONES</a:t>
            </a:r>
            <a:endParaRPr/>
          </a:p>
          <a:p>
            <a:pPr marL="306000" marR="0" lvl="0" indent="-329660" algn="l" rtl="0">
              <a:lnSpc>
                <a:spcPct val="100000"/>
              </a:lnSpc>
              <a:spcBef>
                <a:spcPts val="879"/>
              </a:spcBef>
              <a:spcAft>
                <a:spcPts val="0"/>
              </a:spcAft>
              <a:buSzPts val="1656"/>
              <a:buChar char="◼"/>
              <a:defRPr/>
            </a:pPr>
            <a:r>
              <a:rPr lang="es-ES">
                <a:solidFill>
                  <a:schemeClr val="lt1"/>
                </a:solidFill>
              </a:rPr>
              <a:t>BIBLIOGRAFÍA</a:t>
            </a:r>
            <a:endParaRPr/>
          </a:p>
        </p:txBody>
      </p:sp>
      <p:pic>
        <p:nvPicPr>
          <p:cNvPr id="678158073" name="Google Shape;108;p14" descr="Resultado de imagen para AGENDA PNG"/>
          <p:cNvPicPr/>
          <p:nvPr/>
        </p:nvPicPr>
        <p:blipFill rotWithShape="1">
          <a:blip r:embed="rId3">
            <a:alphaModFix/>
          </a:blip>
          <a:srcRect l="0" t="0" r="0" b="0"/>
          <a:stretch/>
        </p:blipFill>
        <p:spPr bwMode="auto">
          <a:xfrm>
            <a:off x="4791522" y="1935576"/>
            <a:ext cx="6489819" cy="3007476"/>
          </a:xfrm>
          <a:prstGeom prst="rect">
            <a:avLst/>
          </a:prstGeom>
          <a:noFill/>
          <a:ln>
            <a:noFill/>
          </a:ln>
        </p:spPr>
      </p:pic>
      <p:sp>
        <p:nvSpPr>
          <p:cNvPr id="1535688596" name="Google Shape;109;p14"/>
          <p:cNvSpPr txBox="1"/>
          <p:nvPr/>
        </p:nvSpPr>
        <p:spPr bwMode="auto">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defRPr/>
            </a:pPr>
            <a:r>
              <a:rPr lang="es-ES" sz="2000" b="0" i="0" u="none" strike="noStrike" cap="none">
                <a:solidFill>
                  <a:srgbClr val="000000"/>
                </a:solidFill>
                <a:latin typeface="Gill Sans"/>
                <a:ea typeface="Gill Sans"/>
                <a:cs typeface="Gill Sans"/>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2237723" name="Google Shape;114;p15"/>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519373528" name="Google Shape;115;p15"/>
          <p:cNvSpPr txBox="1"/>
          <p:nvPr>
            <p:ph type="body" idx="1"/>
          </p:nvPr>
        </p:nvSpPr>
        <p:spPr bwMode="auto">
          <a:xfrm flipH="0" flipV="0">
            <a:off x="322656" y="1496785"/>
            <a:ext cx="8589440" cy="2565870"/>
          </a:xfrm>
          <a:prstGeom prst="rect">
            <a:avLst/>
          </a:prstGeom>
          <a:noFill/>
          <a:ln>
            <a:noFill/>
          </a:ln>
        </p:spPr>
        <p:txBody>
          <a:bodyPr spcFirstLastPara="1" wrap="square" lIns="91424" tIns="45699" rIns="91424" bIns="45699"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2.1	OBJETIVO</a:t>
            </a:r>
            <a:endParaRPr/>
          </a:p>
          <a:p>
            <a:pPr marL="342900" marR="0" lvl="0" indent="-237744" algn="just" rtl="0">
              <a:lnSpc>
                <a:spcPct val="107000"/>
              </a:lnSpc>
              <a:spcBef>
                <a:spcPts val="0"/>
              </a:spcBef>
              <a:spcAft>
                <a:spcPts val="0"/>
              </a:spcAft>
              <a:buSzPts val="1656"/>
              <a:buFont typeface="Noto Sans Symbols"/>
              <a:buNone/>
              <a:defRPr/>
            </a:pPr>
            <a:endParaRPr sz="1800">
              <a:latin typeface="Cambria"/>
              <a:ea typeface="Cambria"/>
              <a:cs typeface="Cambria"/>
            </a:endParaRPr>
          </a:p>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Desarrollar e implementar un Web Service utilizando </a:t>
            </a:r>
            <a:r>
              <a:rPr lang="es-ES">
                <a:latin typeface="Cambria"/>
                <a:ea typeface="Cambria"/>
                <a:cs typeface="Cambria"/>
              </a:rPr>
              <a:t>SOAP</a:t>
            </a:r>
            <a:r>
              <a:rPr lang="es-ES" sz="1800">
                <a:latin typeface="Cambria"/>
                <a:ea typeface="Cambria"/>
                <a:cs typeface="Cambria"/>
              </a:rPr>
              <a:t> mediante </a:t>
            </a:r>
            <a:r>
              <a:rPr lang="es-MX" sz="1800">
                <a:latin typeface="Cambria"/>
                <a:ea typeface="Cambria"/>
                <a:cs typeface="Cambria"/>
              </a:rPr>
              <a:t>.NET </a:t>
            </a:r>
            <a:r>
              <a:rPr lang="es-ES" sz="1800">
                <a:latin typeface="Cambria"/>
                <a:ea typeface="Cambria"/>
                <a:cs typeface="Cambria"/>
              </a:rPr>
              <a:t>para realizar el registro y consulta de movimientos monetarios, ilustrando los pasos generales para su creación.</a:t>
            </a:r>
            <a:endParaRPr/>
          </a:p>
        </p:txBody>
      </p:sp>
      <p:sp>
        <p:nvSpPr>
          <p:cNvPr id="679989078" name="Google Shape;116;p15"/>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263064981" name=""/>
          <p:cNvPicPr>
            <a:picLocks noChangeAspect="1"/>
          </p:cNvPicPr>
          <p:nvPr/>
        </p:nvPicPr>
        <p:blipFill rotWithShape="1">
          <a:blip r:embed="rId3"/>
          <a:stretch/>
        </p:blipFill>
        <p:spPr bwMode="auto">
          <a:xfrm flipH="0" flipV="0">
            <a:off x="3420340" y="3673928"/>
            <a:ext cx="2894301" cy="259896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1353560" name="Google Shape;121;p16"/>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348263149" name="Google Shape;122;p16"/>
          <p:cNvSpPr txBox="1"/>
          <p:nvPr>
            <p:ph type="body" idx="1"/>
          </p:nvPr>
        </p:nvSpPr>
        <p:spPr bwMode="auto">
          <a:xfrm>
            <a:off x="581192" y="2180496"/>
            <a:ext cx="8589441" cy="1380851"/>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2.2	MODELO CONCEPTUAL DE LA BASE DE DATOS</a:t>
            </a:r>
            <a:endParaRPr/>
          </a:p>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1.	A continuación, se presente el modelo conceptual de la base de datos “EurekaBank”</a:t>
            </a:r>
            <a:endParaRPr/>
          </a:p>
        </p:txBody>
      </p:sp>
      <p:sp>
        <p:nvSpPr>
          <p:cNvPr id="314443070" name="Google Shape;123;p16"/>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815415608" name="Google Shape;124;p16"/>
          <p:cNvPicPr/>
          <p:nvPr/>
        </p:nvPicPr>
        <p:blipFill rotWithShape="1">
          <a:blip r:embed="rId3">
            <a:alphaModFix/>
          </a:blip>
          <a:srcRect l="0" t="0" r="0" b="0"/>
          <a:stretch/>
        </p:blipFill>
        <p:spPr bwMode="auto">
          <a:xfrm>
            <a:off x="2256970" y="3429000"/>
            <a:ext cx="5222131" cy="327473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528211" name="Google Shape;129;p17"/>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843364276" name="Google Shape;130;p17"/>
          <p:cNvSpPr txBox="1"/>
          <p:nvPr>
            <p:ph type="body" idx="1"/>
          </p:nvPr>
        </p:nvSpPr>
        <p:spPr bwMode="auto">
          <a:xfrm>
            <a:off x="581192" y="2180497"/>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2.3	CREAR BASE DE DATOS</a:t>
            </a:r>
            <a:endParaRPr/>
          </a:p>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1.	En la nube de </a:t>
            </a:r>
            <a:r>
              <a:rPr lang="es-ES">
                <a:latin typeface="Cambria"/>
                <a:ea typeface="Cambria"/>
                <a:cs typeface="Cambria"/>
              </a:rPr>
              <a:t>Amazon Web Service</a:t>
            </a:r>
            <a:r>
              <a:rPr lang="es-ES" sz="1800">
                <a:latin typeface="Cambria"/>
                <a:ea typeface="Cambria"/>
                <a:cs typeface="Cambria"/>
              </a:rPr>
              <a:t> se creará una cuenta nueva, para este caso se usará la cuenta de Gmail.</a:t>
            </a:r>
            <a:endParaRPr sz="1800">
              <a:latin typeface="Cambria"/>
              <a:ea typeface="Cambria"/>
              <a:cs typeface="Cambria"/>
            </a:endParaRPr>
          </a:p>
        </p:txBody>
      </p:sp>
      <p:sp>
        <p:nvSpPr>
          <p:cNvPr id="249500624" name="Google Shape;131;p17"/>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866186336" name="Google Shape;132;p17"/>
          <p:cNvPicPr/>
          <p:nvPr/>
        </p:nvPicPr>
        <p:blipFill rotWithShape="1">
          <a:blip r:embed="rId3">
            <a:alphaModFix/>
          </a:blip>
          <a:stretch/>
        </p:blipFill>
        <p:spPr bwMode="auto">
          <a:xfrm>
            <a:off x="226875" y="3429000"/>
            <a:ext cx="4131924" cy="2133425"/>
          </a:xfrm>
          <a:prstGeom prst="rect">
            <a:avLst/>
          </a:prstGeom>
          <a:noFill/>
          <a:ln>
            <a:noFill/>
          </a:ln>
        </p:spPr>
      </p:pic>
      <p:pic>
        <p:nvPicPr>
          <p:cNvPr id="1885658197" name="Google Shape;133;p17"/>
          <p:cNvPicPr/>
          <p:nvPr/>
        </p:nvPicPr>
        <p:blipFill rotWithShape="1">
          <a:blip r:embed="rId4">
            <a:alphaModFix/>
          </a:blip>
          <a:stretch/>
        </p:blipFill>
        <p:spPr bwMode="auto">
          <a:xfrm>
            <a:off x="4620835" y="3849875"/>
            <a:ext cx="4371115" cy="21334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1021042" name="Google Shape;138;p18"/>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881515616" name="Google Shape;139;p18"/>
          <p:cNvSpPr txBox="1"/>
          <p:nvPr>
            <p:ph type="body" idx="1"/>
          </p:nvPr>
        </p:nvSpPr>
        <p:spPr bwMode="auto">
          <a:xfrm>
            <a:off x="581179" y="1943322"/>
            <a:ext cx="8589300" cy="1248599"/>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2.	Una vez creada la base de datos </a:t>
            </a:r>
            <a:r>
              <a:rPr lang="es-ES">
                <a:latin typeface="Cambria"/>
                <a:ea typeface="Cambria"/>
                <a:cs typeface="Cambria"/>
              </a:rPr>
              <a:t>se procede a iniciar sesión en nuestra cuenta, para empezar iniciaremos como root aunque después lo recomendado a hacerlo como user.</a:t>
            </a:r>
            <a:endParaRPr sz="1800">
              <a:latin typeface="Cambria"/>
              <a:ea typeface="Cambria"/>
              <a:cs typeface="Cambria"/>
            </a:endParaRPr>
          </a:p>
        </p:txBody>
      </p:sp>
      <p:sp>
        <p:nvSpPr>
          <p:cNvPr id="1905649314" name="Google Shape;140;p18"/>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460038347" name="Google Shape;141;p18"/>
          <p:cNvPicPr/>
          <p:nvPr/>
        </p:nvPicPr>
        <p:blipFill rotWithShape="1">
          <a:blip r:embed="rId3">
            <a:alphaModFix/>
          </a:blip>
          <a:stretch/>
        </p:blipFill>
        <p:spPr bwMode="auto">
          <a:xfrm>
            <a:off x="2040437" y="3112150"/>
            <a:ext cx="6124575" cy="33051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3747551" name="Google Shape;146;p19"/>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449344990" name="Google Shape;147;p19"/>
          <p:cNvSpPr txBox="1"/>
          <p:nvPr>
            <p:ph type="body" idx="1"/>
          </p:nvPr>
        </p:nvSpPr>
        <p:spPr bwMode="auto">
          <a:xfrm>
            <a:off x="581192" y="1799497"/>
            <a:ext cx="8589441" cy="1013800"/>
          </a:xfrm>
          <a:prstGeom prst="rect">
            <a:avLst/>
          </a:prstGeom>
          <a:noFill/>
          <a:ln>
            <a:noFill/>
          </a:ln>
        </p:spPr>
        <p:txBody>
          <a:bodyPr spcFirstLastPara="1" wrap="square" lIns="91425" tIns="45700" rIns="91425" bIns="45700" anchor="ctr" anchorCtr="0">
            <a:normAutofit fontScale="92500" lnSpcReduction="20000"/>
          </a:bodyPr>
          <a:lstStyle/>
          <a:p>
            <a:pPr marL="342900" marR="0" lvl="0" indent="-335013" algn="just" rtl="0">
              <a:lnSpc>
                <a:spcPct val="107000"/>
              </a:lnSpc>
              <a:spcBef>
                <a:spcPts val="0"/>
              </a:spcBef>
              <a:spcAft>
                <a:spcPts val="0"/>
              </a:spcAft>
              <a:buSzPct val="92000"/>
              <a:buFont typeface="Noto Sans Symbols"/>
              <a:buChar char="∙"/>
              <a:defRPr/>
            </a:pPr>
            <a:r>
              <a:rPr lang="es-ES" sz="1800">
                <a:latin typeface="Cambria"/>
                <a:ea typeface="Cambria"/>
                <a:cs typeface="Cambria"/>
              </a:rPr>
              <a:t>3.	</a:t>
            </a:r>
            <a:r>
              <a:rPr lang="es-ES">
                <a:latin typeface="Cambria"/>
                <a:ea typeface="Cambria"/>
                <a:cs typeface="Cambria"/>
              </a:rPr>
              <a:t>El siguiente paso es proceder a llenar los datos de información que se requiere para el método de pago en caso de adquirir un servicio, en nuestro caso haremos uso de las capas gratuitas pero igual este paso es necesario.</a:t>
            </a:r>
            <a:endParaRPr>
              <a:latin typeface="Cambria"/>
              <a:ea typeface="Cambria"/>
              <a:cs typeface="Cambria"/>
            </a:endParaRPr>
          </a:p>
          <a:p>
            <a:pPr marL="342900" marR="0" lvl="0" indent="-33501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489800017" name="Google Shape;148;p19"/>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03684934" name="Google Shape;149;p19"/>
          <p:cNvPicPr/>
          <p:nvPr/>
        </p:nvPicPr>
        <p:blipFill rotWithShape="1">
          <a:blip r:embed="rId3">
            <a:alphaModFix/>
          </a:blip>
          <a:stretch/>
        </p:blipFill>
        <p:spPr bwMode="auto">
          <a:xfrm>
            <a:off x="1508650" y="2759447"/>
            <a:ext cx="7486650" cy="36195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0657601" name="Google Shape;154;p20"/>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755306470" name="Google Shape;155;p20"/>
          <p:cNvSpPr txBox="1"/>
          <p:nvPr>
            <p:ph type="body" idx="1"/>
          </p:nvPr>
        </p:nvSpPr>
        <p:spPr bwMode="auto">
          <a:xfrm>
            <a:off x="581192" y="1848997"/>
            <a:ext cx="8589441" cy="763187"/>
          </a:xfrm>
          <a:prstGeom prst="rect">
            <a:avLst/>
          </a:prstGeom>
          <a:noFill/>
          <a:ln>
            <a:noFill/>
          </a:ln>
        </p:spPr>
        <p:txBody>
          <a:bodyPr spcFirstLastPara="1" wrap="square" lIns="91425" tIns="45700" rIns="91425" bIns="45700" anchor="ctr" anchorCtr="0">
            <a:normAutofit fontScale="92500"/>
          </a:bodyPr>
          <a:lstStyle/>
          <a:p>
            <a:pPr marL="342900" marR="0" lvl="0" indent="-335013" algn="just" rtl="0">
              <a:lnSpc>
                <a:spcPct val="107000"/>
              </a:lnSpc>
              <a:spcBef>
                <a:spcPts val="0"/>
              </a:spcBef>
              <a:spcAft>
                <a:spcPts val="0"/>
              </a:spcAft>
              <a:buSzPct val="92000"/>
              <a:buFont typeface="Noto Sans Symbols"/>
              <a:buChar char="∙"/>
              <a:defRPr/>
            </a:pPr>
            <a:r>
              <a:rPr lang="es-ES" sz="1800">
                <a:latin typeface="Cambria"/>
                <a:ea typeface="Cambria"/>
                <a:cs typeface="Cambria"/>
              </a:rPr>
              <a:t>4.	</a:t>
            </a:r>
            <a:r>
              <a:rPr lang="es-ES">
                <a:latin typeface="Cambria"/>
                <a:ea typeface="Cambria"/>
                <a:cs typeface="Cambria"/>
              </a:rPr>
              <a:t>Una vez añadidos los datos accederemos a la consola de Amazon Web Services.</a:t>
            </a:r>
            <a:endParaRPr>
              <a:latin typeface="Cambria"/>
              <a:ea typeface="Cambria"/>
              <a:cs typeface="Cambria"/>
            </a:endParaRPr>
          </a:p>
          <a:p>
            <a:pPr marL="342900" marR="0" lvl="0" indent="-33501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2067161649" name="Google Shape;156;p20"/>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909047570" name="Google Shape;157;p20"/>
          <p:cNvPicPr/>
          <p:nvPr/>
        </p:nvPicPr>
        <p:blipFill rotWithShape="1">
          <a:blip r:embed="rId3">
            <a:alphaModFix/>
          </a:blip>
          <a:stretch/>
        </p:blipFill>
        <p:spPr bwMode="auto">
          <a:xfrm>
            <a:off x="1615675" y="2464885"/>
            <a:ext cx="7385331" cy="394101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2901864" name="Google Shape;162;p2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342182692" name="Google Shape;163;p21"/>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70000" lnSpcReduction="20000"/>
          </a:bodyPr>
          <a:lstStyle/>
          <a:p>
            <a:pPr marL="342900" marR="0" lvl="0" indent="-311353" algn="just" rtl="0">
              <a:lnSpc>
                <a:spcPct val="107000"/>
              </a:lnSpc>
              <a:spcBef>
                <a:spcPts val="0"/>
              </a:spcBef>
              <a:spcAft>
                <a:spcPts val="0"/>
              </a:spcAft>
              <a:buSzPct val="92000"/>
              <a:buFont typeface="Noto Sans Symbols"/>
              <a:buChar char="∙"/>
              <a:defRPr/>
            </a:pPr>
            <a:r>
              <a:rPr lang="es-ES">
                <a:latin typeface="Cambria"/>
                <a:ea typeface="Cambria"/>
                <a:cs typeface="Cambria"/>
              </a:rPr>
              <a:t>5. Una vez creada la cuenta y realizados los ajustes iniciales, ingresar a la consola de gestión de la nube y seleccionar el servicio Aurora y RDS.</a:t>
            </a:r>
            <a:endParaRPr>
              <a:latin typeface="Cambria"/>
              <a:ea typeface="Cambria"/>
              <a:cs typeface="Cambria"/>
            </a:endParaRPr>
          </a:p>
          <a:p>
            <a:pPr marL="342900" marR="0" lvl="0" indent="-31135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31135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110100138" name="Google Shape;164;p2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488757938" name="Google Shape;165;p21"/>
          <p:cNvPicPr/>
          <p:nvPr/>
        </p:nvPicPr>
        <p:blipFill rotWithShape="1">
          <a:blip r:embed="rId3">
            <a:alphaModFix/>
          </a:blip>
          <a:stretch/>
        </p:blipFill>
        <p:spPr bwMode="auto">
          <a:xfrm>
            <a:off x="3048000" y="2221675"/>
            <a:ext cx="3781424" cy="42091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3124140" name="Google Shape;170;p2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520518427" name="Google Shape;171;p22"/>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40000" lnSpcReduction="20000"/>
          </a:bodyPr>
          <a:lstStyle/>
          <a:p>
            <a:pPr marL="342900" marR="0" lvl="0" indent="-318514" algn="just" rtl="0">
              <a:lnSpc>
                <a:spcPct val="107000"/>
              </a:lnSpc>
              <a:spcBef>
                <a:spcPts val="0"/>
              </a:spcBef>
              <a:spcAft>
                <a:spcPts val="0"/>
              </a:spcAft>
              <a:buSzPct val="95668"/>
              <a:buFont typeface="Noto Sans Symbols"/>
              <a:buChar char="∙"/>
              <a:defRPr/>
            </a:pPr>
            <a:r>
              <a:rPr lang="es-ES" sz="3300">
                <a:latin typeface="Cambria"/>
                <a:ea typeface="Cambria"/>
                <a:cs typeface="Cambria"/>
              </a:rPr>
              <a:t>6. Luego en la parte izquierda del menú nos dirigimos a la opción que dice Databases y hacemos click en el botón de la parte derecha que dice Create a database</a:t>
            </a:r>
            <a:endParaRPr sz="3300">
              <a:latin typeface="Cambria"/>
              <a:ea typeface="Cambria"/>
              <a:cs typeface="Cambria"/>
            </a:endParaRPr>
          </a:p>
          <a:p>
            <a:pPr marL="342900" marR="0" lvl="0" indent="-279806"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79806"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79806"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861113513" name="Google Shape;172;p2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944660306" name="Google Shape;173;p22"/>
          <p:cNvPicPr/>
          <p:nvPr/>
        </p:nvPicPr>
        <p:blipFill rotWithShape="1">
          <a:blip r:embed="rId3">
            <a:alphaModFix/>
          </a:blip>
          <a:stretch/>
        </p:blipFill>
        <p:spPr bwMode="auto">
          <a:xfrm>
            <a:off x="209550" y="2555048"/>
            <a:ext cx="9078897" cy="315535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8604274" name="Google Shape;178;p23"/>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40684741" name="Google Shape;179;p23"/>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25000" lnSpcReduction="10000"/>
          </a:bodyPr>
          <a:lstStyle/>
          <a:p>
            <a:pPr marL="342900" marR="0" lvl="0" indent="-305810" algn="just" rtl="0">
              <a:lnSpc>
                <a:spcPct val="107000"/>
              </a:lnSpc>
              <a:spcBef>
                <a:spcPts val="0"/>
              </a:spcBef>
              <a:spcAft>
                <a:spcPts val="0"/>
              </a:spcAft>
              <a:buSzPct val="96751"/>
              <a:buFont typeface="Noto Sans Symbols"/>
              <a:buChar char="∙"/>
              <a:defRPr/>
            </a:pPr>
            <a:r>
              <a:rPr lang="es-ES" sz="4450">
                <a:latin typeface="Cambria"/>
                <a:ea typeface="Cambria"/>
                <a:cs typeface="Cambria"/>
              </a:rPr>
              <a:t>7. Una vez dado click pasamos a la siguiente pantalla donde vamos a elegir la opción de motor de base de datos que vamos a utilizar, para este caso usaremos </a:t>
            </a:r>
            <a:r>
              <a:rPr lang="es-MX" sz="4450">
                <a:latin typeface="Cambria"/>
                <a:ea typeface="Cambria"/>
                <a:cs typeface="Cambria"/>
              </a:rPr>
              <a:t>SQL erver </a:t>
            </a:r>
            <a:r>
              <a:rPr lang="es-ES" sz="4450">
                <a:latin typeface="Cambria"/>
                <a:ea typeface="Cambria"/>
                <a:cs typeface="Cambria"/>
              </a:rPr>
              <a:t>con el método de Free tier para evitar cargos de consumo como se puede ver a continuación</a:t>
            </a: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3401333" name="Google Shape;180;p23"/>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2137488628" name=""/>
          <p:cNvPicPr>
            <a:picLocks noChangeAspect="1"/>
          </p:cNvPicPr>
          <p:nvPr/>
        </p:nvPicPr>
        <p:blipFill rotWithShape="1">
          <a:blip r:embed="rId3"/>
          <a:stretch/>
        </p:blipFill>
        <p:spPr bwMode="auto">
          <a:xfrm rot="0" flipH="0" flipV="0">
            <a:off x="202406" y="2857500"/>
            <a:ext cx="8918999" cy="33456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511028" name="Google Shape;186;p24"/>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999859515" name="Google Shape;187;p24"/>
          <p:cNvSpPr txBox="1"/>
          <p:nvPr>
            <p:ph type="body" idx="1"/>
          </p:nvPr>
        </p:nvSpPr>
        <p:spPr bwMode="auto">
          <a:xfrm flipH="0" flipV="0">
            <a:off x="581191" y="1848997"/>
            <a:ext cx="8589299" cy="1056126"/>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25000" lnSpcReduction="15000"/>
          </a:bodyPr>
          <a:lstStyle/>
          <a:p>
            <a:pPr marL="342900" marR="0" lvl="0" indent="-305810" algn="just" rtl="0">
              <a:lnSpc>
                <a:spcPct val="107000"/>
              </a:lnSpc>
              <a:spcBef>
                <a:spcPts val="0"/>
              </a:spcBef>
              <a:spcAft>
                <a:spcPts val="0"/>
              </a:spcAft>
              <a:buSzPct val="96751"/>
              <a:buFont typeface="Noto Sans Symbols"/>
              <a:buChar char="∙"/>
              <a:defRPr/>
            </a:pPr>
            <a:r>
              <a:rPr lang="es-ES" sz="4450">
                <a:latin typeface="Cambria"/>
                <a:ea typeface="Cambria"/>
                <a:cs typeface="Cambria"/>
              </a:rPr>
              <a:t>8. Luego procedemos a realizar la configuración, dejamos estas configuraciones por defecto que hacen referencia al tipo de instancia que en este caso será única dado nuestro plan gratuito, la edición y versión de </a:t>
            </a:r>
            <a:r>
              <a:rPr lang="es-MX" sz="4450">
                <a:latin typeface="Cambria"/>
                <a:ea typeface="Cambria"/>
                <a:cs typeface="Cambria"/>
              </a:rPr>
              <a:t>SQL Server </a:t>
            </a:r>
            <a:r>
              <a:rPr lang="es-ES" sz="4450">
                <a:latin typeface="Cambria"/>
                <a:ea typeface="Cambria"/>
                <a:cs typeface="Cambria"/>
              </a:rPr>
              <a:t>la dejamos como recomienda</a:t>
            </a:r>
            <a:r>
              <a:rPr lang="es-MX" sz="4450">
                <a:latin typeface="Cambria"/>
                <a:ea typeface="Cambria"/>
                <a:cs typeface="Cambria"/>
              </a:rPr>
              <a:t> EXPRESS</a:t>
            </a:r>
            <a:r>
              <a:rPr lang="es-ES" sz="4450">
                <a:latin typeface="Cambria"/>
                <a:ea typeface="Cambria"/>
                <a:cs typeface="Cambria"/>
              </a:rPr>
              <a:t>, pero en caso que usemos una versión más antigua por ejemplo podríamos cambiarla sin problema</a:t>
            </a: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059058234" name="Google Shape;188;p24"/>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876235206" name="Google Shape;189;p24"/>
          <p:cNvPicPr/>
          <p:nvPr/>
        </p:nvPicPr>
        <p:blipFill rotWithShape="1">
          <a:blip r:embed="rId3">
            <a:alphaModFix/>
          </a:blip>
          <a:stretch/>
        </p:blipFill>
        <p:spPr bwMode="auto">
          <a:xfrm>
            <a:off x="1081087" y="2633628"/>
            <a:ext cx="7709375" cy="394100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3038764" name="Google Shape;194;p25"/>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994252376" name="Google Shape;195;p25"/>
          <p:cNvSpPr txBox="1"/>
          <p:nvPr>
            <p:ph type="body" idx="1"/>
          </p:nvPr>
        </p:nvSpPr>
        <p:spPr bwMode="auto">
          <a:xfrm>
            <a:off x="581191" y="1979966"/>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r>
              <a:rPr lang="es-ES" sz="5650">
                <a:latin typeface="Cambria"/>
                <a:ea typeface="Cambria"/>
                <a:cs typeface="Cambria"/>
              </a:rPr>
              <a:t>9. Siguiendo con la configuración, debemos poner las credenciales de autenticación que vamos a utilizar para poder obtener acceso a la instancia de la base de datos</a:t>
            </a: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89320625" name="Google Shape;196;p25"/>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950586922" name="Google Shape;197;p25"/>
          <p:cNvPicPr/>
          <p:nvPr/>
        </p:nvPicPr>
        <p:blipFill rotWithShape="1">
          <a:blip r:embed="rId3">
            <a:alphaModFix/>
          </a:blip>
          <a:stretch/>
        </p:blipFill>
        <p:spPr bwMode="auto">
          <a:xfrm>
            <a:off x="930637" y="2528854"/>
            <a:ext cx="7890433" cy="394100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512255" name="Google Shape;202;p26"/>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948027146" name="Google Shape;203;p26"/>
          <p:cNvSpPr txBox="1"/>
          <p:nvPr>
            <p:ph type="body" idx="1"/>
          </p:nvPr>
        </p:nvSpPr>
        <p:spPr bwMode="auto">
          <a:xfrm>
            <a:off x="581191" y="2021047"/>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r>
              <a:rPr lang="es-ES" sz="5650">
                <a:latin typeface="Cambria"/>
                <a:ea typeface="Cambria"/>
                <a:cs typeface="Cambria"/>
              </a:rPr>
              <a:t>10. La siguiente configuración que debemos hacer es sobre el tipo de instancia de la base de datos y el almacenamiento a usar, en este caso también se debe dejar por defecto</a:t>
            </a: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711219428" name="Google Shape;204;p26"/>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794416107" name=""/>
          <p:cNvPicPr>
            <a:picLocks noChangeAspect="1"/>
          </p:cNvPicPr>
          <p:nvPr/>
        </p:nvPicPr>
        <p:blipFill rotWithShape="1">
          <a:blip r:embed="rId3"/>
          <a:srcRect l="0" t="0" r="0" b="30168"/>
          <a:stretch/>
        </p:blipFill>
        <p:spPr bwMode="auto">
          <a:xfrm flipH="0" flipV="0">
            <a:off x="226218" y="2331210"/>
            <a:ext cx="7012644" cy="2630441"/>
          </a:xfrm>
          <a:prstGeom prst="rect">
            <a:avLst/>
          </a:prstGeom>
        </p:spPr>
      </p:pic>
      <p:pic>
        <p:nvPicPr>
          <p:cNvPr id="1024806467" name=""/>
          <p:cNvPicPr>
            <a:picLocks noChangeAspect="1"/>
          </p:cNvPicPr>
          <p:nvPr/>
        </p:nvPicPr>
        <p:blipFill rotWithShape="1">
          <a:blip r:embed="rId4"/>
          <a:stretch/>
        </p:blipFill>
        <p:spPr bwMode="auto">
          <a:xfrm flipH="0" flipV="0">
            <a:off x="2095499" y="5033089"/>
            <a:ext cx="7013999" cy="174419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712515" name="Google Shape;210;p27"/>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798854390" name="Google Shape;211;p27"/>
          <p:cNvSpPr txBox="1"/>
          <p:nvPr>
            <p:ph type="body" idx="1"/>
          </p:nvPr>
        </p:nvSpPr>
        <p:spPr bwMode="auto">
          <a:xfrm>
            <a:off x="581191" y="1920435"/>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5650">
                <a:latin typeface="Cambria"/>
                <a:ea typeface="Cambria"/>
                <a:cs typeface="Cambria"/>
              </a:rPr>
              <a:t> 11. </a:t>
            </a:r>
            <a:r>
              <a:rPr lang="es-ES" sz="5650">
                <a:latin typeface="Cambria"/>
                <a:ea typeface="Cambria"/>
                <a:cs typeface="Cambria"/>
              </a:rPr>
              <a:t>El siguiente paso es el de conectividad, aquí no usaremos uso de la conexión EC2 pero lo que sí tenemos que activar es el acceso público para poder conectarnos desde nuestro gestor, los grupos dejamos por defecto porque es algo que tenemos que configurar más adelante</a:t>
            </a: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552776776" name="Google Shape;212;p27"/>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922907022" name="Google Shape;213;p27"/>
          <p:cNvPicPr/>
          <p:nvPr/>
        </p:nvPicPr>
        <p:blipFill rotWithShape="1">
          <a:blip r:embed="rId3">
            <a:alphaModFix/>
          </a:blip>
          <a:stretch/>
        </p:blipFill>
        <p:spPr bwMode="auto">
          <a:xfrm>
            <a:off x="993150" y="2566954"/>
            <a:ext cx="7765406" cy="3941002"/>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5148550" name="Google Shape;218;p28"/>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2113352541" name="Google Shape;219;p28"/>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5650">
                <a:latin typeface="Cambria"/>
                <a:ea typeface="Cambria"/>
                <a:cs typeface="Cambria"/>
              </a:rPr>
              <a:t>12. </a:t>
            </a:r>
            <a:r>
              <a:rPr lang="es-ES" sz="5650">
                <a:latin typeface="Cambria"/>
                <a:ea typeface="Cambria"/>
                <a:cs typeface="Cambria"/>
              </a:rPr>
              <a:t>Entonces finalmente una vez configurado todo, damos click al botón de create database para proceder</a:t>
            </a: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461303600" name="Google Shape;220;p28"/>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268342850" name="Google Shape;221;p28"/>
          <p:cNvPicPr/>
          <p:nvPr/>
        </p:nvPicPr>
        <p:blipFill rotWithShape="1">
          <a:blip r:embed="rId3">
            <a:alphaModFix/>
          </a:blip>
          <a:stretch/>
        </p:blipFill>
        <p:spPr bwMode="auto">
          <a:xfrm>
            <a:off x="942975" y="2231198"/>
            <a:ext cx="7767216" cy="394100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810775" name="Google Shape;226;p29"/>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583167985" name="Google Shape;227;p29"/>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5650">
                <a:latin typeface="Cambria"/>
                <a:ea typeface="Cambria"/>
                <a:cs typeface="Cambria"/>
              </a:rPr>
              <a:t>13. </a:t>
            </a:r>
            <a:r>
              <a:rPr lang="es-ES" sz="5650">
                <a:latin typeface="Cambria"/>
                <a:ea typeface="Cambria"/>
                <a:cs typeface="Cambria"/>
              </a:rPr>
              <a:t>Una vez dado click, tenemos que esperar unos minutos y luego como se puede observar se ha creado de manera correcta la instancia de la base de datos</a:t>
            </a: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682291729" name="Google Shape;228;p29"/>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695472850" name=""/>
          <p:cNvPicPr>
            <a:picLocks noChangeAspect="1"/>
          </p:cNvPicPr>
          <p:nvPr/>
        </p:nvPicPr>
        <p:blipFill rotWithShape="1">
          <a:blip r:embed="rId3"/>
          <a:stretch/>
        </p:blipFill>
        <p:spPr bwMode="auto">
          <a:xfrm flipH="0" flipV="0">
            <a:off x="83696" y="2846119"/>
            <a:ext cx="9299999" cy="252130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7458792" name="Google Shape;234;p30"/>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606968538" name="Google Shape;235;p30"/>
          <p:cNvSpPr txBox="1"/>
          <p:nvPr>
            <p:ph type="body" idx="1"/>
          </p:nvPr>
        </p:nvSpPr>
        <p:spPr bwMode="auto">
          <a:xfrm flipH="0" flipV="0">
            <a:off x="581191" y="1785937"/>
            <a:ext cx="8589299" cy="960210"/>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25000" lnSpcReduction="15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5650">
                <a:latin typeface="Cambria"/>
                <a:ea typeface="Cambria"/>
                <a:cs typeface="Cambria"/>
              </a:rPr>
              <a:t>14. </a:t>
            </a:r>
            <a:r>
              <a:rPr lang="es-ES" sz="5650">
                <a:latin typeface="Cambria"/>
                <a:ea typeface="Cambria"/>
                <a:cs typeface="Cambria"/>
              </a:rPr>
              <a:t>Ahora probamos la conexión desde nuestro gestor, en nuestro caso estamos usando </a:t>
            </a:r>
            <a:r>
              <a:rPr lang="es-ES" sz="4800" b="0" i="0" u="none" strike="noStrike" cap="none" spc="0">
                <a:solidFill>
                  <a:schemeClr val="dk2"/>
                </a:solidFill>
                <a:latin typeface="Cambria"/>
                <a:ea typeface="Cambria"/>
                <a:cs typeface="Cambria"/>
              </a:rPr>
              <a:t>SQL Server Management Studio</a:t>
            </a:r>
            <a:r>
              <a:rPr lang="es-ES" sz="5650">
                <a:latin typeface="Cambria"/>
                <a:ea typeface="Cambria"/>
                <a:cs typeface="Cambria"/>
              </a:rPr>
              <a:t>, por lo que procedemos a crear una conexión y vamos a </a:t>
            </a:r>
            <a:r>
              <a:rPr lang="es-MX" sz="5650">
                <a:latin typeface="Cambria"/>
                <a:ea typeface="Cambria"/>
                <a:cs typeface="Cambria"/>
              </a:rPr>
              <a:t>Crear un nuevo Script SQL</a:t>
            </a: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540380672" name="Google Shape;236;p30"/>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451143977" name=""/>
          <p:cNvPicPr>
            <a:picLocks noChangeAspect="1"/>
          </p:cNvPicPr>
          <p:nvPr/>
        </p:nvPicPr>
        <p:blipFill rotWithShape="1">
          <a:blip r:embed="rId3"/>
          <a:stretch/>
        </p:blipFill>
        <p:spPr bwMode="auto">
          <a:xfrm flipH="0" flipV="0">
            <a:off x="1321083" y="2266042"/>
            <a:ext cx="3554757" cy="4334595"/>
          </a:xfrm>
          <a:prstGeom prst="rect">
            <a:avLst/>
          </a:prstGeom>
        </p:spPr>
      </p:pic>
      <p:pic>
        <p:nvPicPr>
          <p:cNvPr id="1106522127" name=""/>
          <p:cNvPicPr>
            <a:picLocks noChangeAspect="1"/>
          </p:cNvPicPr>
          <p:nvPr/>
        </p:nvPicPr>
        <p:blipFill rotWithShape="1">
          <a:blip r:embed="rId4"/>
          <a:stretch/>
        </p:blipFill>
        <p:spPr bwMode="auto">
          <a:xfrm rot="0" flipH="0" flipV="0">
            <a:off x="5281918" y="2965222"/>
            <a:ext cx="2923562" cy="35753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7563476" name="Google Shape;242;p31"/>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380885718" name="Google Shape;243;p31"/>
          <p:cNvSpPr txBox="1"/>
          <p:nvPr>
            <p:ph type="body" idx="1"/>
          </p:nvPr>
        </p:nvSpPr>
        <p:spPr bwMode="auto">
          <a:xfrm flipH="0" flipV="0">
            <a:off x="624895" y="1801580"/>
            <a:ext cx="8589299" cy="954091"/>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25000" lnSpcReduction="15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5650">
                <a:latin typeface="Cambria"/>
                <a:ea typeface="Cambria"/>
                <a:cs typeface="Cambria"/>
              </a:rPr>
              <a:t>15. </a:t>
            </a:r>
            <a:r>
              <a:rPr lang="es-ES" sz="5650">
                <a:latin typeface="Cambria"/>
                <a:ea typeface="Cambria"/>
                <a:cs typeface="Cambria"/>
              </a:rPr>
              <a:t>Luego procedemos a ingresar las credenciales necesarias para el ingreso, como son el host que hace referencia al endpoint que nos entrega AWS para poder realizar la conexión, el puerto, y las credenciales de seguridad </a:t>
            </a:r>
            <a:r>
              <a:rPr lang="es-MX" sz="5650">
                <a:latin typeface="Cambria"/>
                <a:ea typeface="Cambria"/>
                <a:cs typeface="Cambria"/>
              </a:rPr>
              <a:t> , </a:t>
            </a:r>
            <a:r>
              <a:rPr lang="es-ES" sz="5700" b="0" i="0" u="none" strike="noStrike" cap="none" spc="0">
                <a:solidFill>
                  <a:schemeClr val="dk2"/>
                </a:solidFill>
                <a:latin typeface="Cambria"/>
                <a:ea typeface="Cambria"/>
                <a:cs typeface="Cambria"/>
              </a:rPr>
              <a:t>vamos a </a:t>
            </a:r>
            <a:r>
              <a:rPr lang="es-MX" sz="5700" b="0" i="0" u="none" strike="noStrike" cap="none" spc="0">
                <a:solidFill>
                  <a:schemeClr val="dk2"/>
                </a:solidFill>
                <a:latin typeface="Cambria"/>
                <a:ea typeface="Cambria"/>
                <a:cs typeface="Cambria"/>
              </a:rPr>
              <a:t>Crear un nuevo Script SQL</a:t>
            </a:r>
            <a:r>
              <a:rPr lang="es-MX" sz="5650">
                <a:latin typeface="Cambria"/>
                <a:ea typeface="Cambria"/>
                <a:cs typeface="Cambria"/>
              </a:rPr>
              <a:t> y ejecutarlo.</a:t>
            </a: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156413713" name="Google Shape;244;p31"/>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201775495" name=""/>
          <p:cNvPicPr>
            <a:picLocks noChangeAspect="1"/>
          </p:cNvPicPr>
          <p:nvPr/>
        </p:nvPicPr>
        <p:blipFill rotWithShape="1">
          <a:blip r:embed="rId3"/>
          <a:stretch/>
        </p:blipFill>
        <p:spPr bwMode="auto">
          <a:xfrm rot="0" flipH="0" flipV="0">
            <a:off x="4651373" y="2803665"/>
            <a:ext cx="3748417" cy="2787058"/>
          </a:xfrm>
          <a:prstGeom prst="rect">
            <a:avLst/>
          </a:prstGeom>
        </p:spPr>
      </p:pic>
      <p:pic>
        <p:nvPicPr>
          <p:cNvPr id="1853957312" name=""/>
          <p:cNvPicPr>
            <a:picLocks noChangeAspect="1"/>
          </p:cNvPicPr>
          <p:nvPr/>
        </p:nvPicPr>
        <p:blipFill rotWithShape="1">
          <a:blip r:embed="rId4"/>
          <a:stretch/>
        </p:blipFill>
        <p:spPr bwMode="auto">
          <a:xfrm flipH="0" flipV="0">
            <a:off x="1114424" y="2720820"/>
            <a:ext cx="3422504" cy="29527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6432170" name="Google Shape;250;p32"/>
          <p:cNvSpPr txBox="1"/>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2004661710" name="Google Shape;251;p32"/>
          <p:cNvSpPr txBox="1"/>
          <p:nvPr>
            <p:ph type="body" idx="1"/>
          </p:nvPr>
        </p:nvSpPr>
        <p:spPr bwMode="auto">
          <a:xfrm>
            <a:off x="581192" y="1848997"/>
            <a:ext cx="8589300" cy="763200"/>
          </a:xfrm>
          <a:prstGeom prst="rect">
            <a:avLst/>
          </a:prstGeom>
          <a:noFill/>
          <a:ln>
            <a:noFill/>
          </a:ln>
        </p:spPr>
        <p:txBody>
          <a:bodyPr spcFirstLastPara="1" wrap="square" lIns="91425" tIns="45700" rIns="91425" bIns="45700" anchor="ctr" anchorCtr="0">
            <a:normAutofit fontScale="25000" lnSpcReduction="20000"/>
          </a:bodyPr>
          <a:lstStyle/>
          <a:p>
            <a:pPr marL="342900" marR="0" lvl="0" indent="-305810" algn="just" rtl="0">
              <a:lnSpc>
                <a:spcPct val="107000"/>
              </a:lnSpc>
              <a:spcBef>
                <a:spcPts val="0"/>
              </a:spcBef>
              <a:spcAft>
                <a:spcPts val="0"/>
              </a:spcAft>
              <a:buSzPct val="96751"/>
              <a:buFont typeface="Noto Sans Symbols"/>
              <a:buChar char="∙"/>
              <a:defRPr/>
            </a:pPr>
            <a:endParaRPr sz="44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342900" marR="0" lvl="0" indent="-324860" algn="just" rtl="0">
              <a:lnSpc>
                <a:spcPct val="107000"/>
              </a:lnSpc>
              <a:spcBef>
                <a:spcPts val="0"/>
              </a:spcBef>
              <a:spcAft>
                <a:spcPts val="0"/>
              </a:spcAft>
              <a:buSzPct val="97443"/>
              <a:buFont typeface="Noto Sans Symbols"/>
              <a:buChar char="∙"/>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r>
              <a:rPr lang="es-ES" sz="7250">
                <a:latin typeface="Cambria"/>
                <a:ea typeface="Cambria"/>
                <a:cs typeface="Cambria"/>
              </a:rPr>
              <a:t>16. </a:t>
            </a:r>
            <a:r>
              <a:rPr lang="es-ES" sz="7250">
                <a:latin typeface="Cambria"/>
                <a:ea typeface="Cambria"/>
                <a:cs typeface="Cambria"/>
              </a:rPr>
              <a:t>Y como se puede verificar se obtiene una conexión de manera exitosa</a:t>
            </a:r>
            <a:endParaRPr sz="72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0" marR="0" lvl="0" indent="0" algn="just" rtl="0">
              <a:lnSpc>
                <a:spcPct val="107000"/>
              </a:lnSpc>
              <a:spcBef>
                <a:spcPts val="0"/>
              </a:spcBef>
              <a:spcAft>
                <a:spcPts val="0"/>
              </a:spcAft>
              <a:buNone/>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27146" algn="just" rtl="0">
              <a:lnSpc>
                <a:spcPct val="107000"/>
              </a:lnSpc>
              <a:spcBef>
                <a:spcPts val="0"/>
              </a:spcBef>
              <a:spcAft>
                <a:spcPts val="0"/>
              </a:spcAft>
              <a:buSzPct val="100000"/>
              <a:buFont typeface="Cambria"/>
              <a:buChar char="∙"/>
              <a:defRPr/>
            </a:pPr>
            <a:endParaRPr sz="56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308096" algn="just" rtl="0">
              <a:lnSpc>
                <a:spcPct val="107000"/>
              </a:lnSpc>
              <a:spcBef>
                <a:spcPts val="0"/>
              </a:spcBef>
              <a:spcAft>
                <a:spcPts val="0"/>
              </a:spcAft>
              <a:buSzPct val="100000"/>
              <a:buFont typeface="Cambria"/>
              <a:buChar char="∙"/>
              <a:defRPr/>
            </a:pPr>
            <a:endParaRPr sz="4450">
              <a:latin typeface="Cambria"/>
              <a:ea typeface="Cambria"/>
              <a:cs typeface="Cambria"/>
            </a:endParaRPr>
          </a:p>
          <a:p>
            <a:pPr marL="342900" marR="0" lvl="0" indent="-290511" algn="just" rtl="0">
              <a:lnSpc>
                <a:spcPct val="107000"/>
              </a:lnSpc>
              <a:spcBef>
                <a:spcPts val="0"/>
              </a:spcBef>
              <a:spcAft>
                <a:spcPts val="0"/>
              </a:spcAft>
              <a:buSzPct val="100000"/>
              <a:buFont typeface="Cambria"/>
              <a:buChar char="∙"/>
              <a:defRPr/>
            </a:pPr>
            <a:endParaRPr sz="3300">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a:p>
            <a:pPr marL="342900" marR="0" lvl="0" indent="-264033" algn="just" rtl="0">
              <a:lnSpc>
                <a:spcPct val="107000"/>
              </a:lnSpc>
              <a:spcBef>
                <a:spcPts val="0"/>
              </a:spcBef>
              <a:spcAft>
                <a:spcPts val="0"/>
              </a:spcAft>
              <a:buSzPct val="92000"/>
              <a:buFont typeface="Cambria"/>
              <a:buChar char="∙"/>
              <a:defRPr/>
            </a:pPr>
            <a:endParaRPr>
              <a:latin typeface="Cambria"/>
              <a:ea typeface="Cambria"/>
              <a:cs typeface="Cambria"/>
            </a:endParaRPr>
          </a:p>
        </p:txBody>
      </p:sp>
      <p:sp>
        <p:nvSpPr>
          <p:cNvPr id="459657976" name="Google Shape;252;p32"/>
          <p:cNvSpPr/>
          <p:nvPr/>
        </p:nvSpPr>
        <p:spPr bwMode="auto">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674956432" name=""/>
          <p:cNvPicPr>
            <a:picLocks noChangeAspect="1"/>
          </p:cNvPicPr>
          <p:nvPr/>
        </p:nvPicPr>
        <p:blipFill rotWithShape="1">
          <a:blip r:embed="rId3"/>
          <a:srcRect l="0" t="47162" r="0" b="0"/>
          <a:stretch/>
        </p:blipFill>
        <p:spPr bwMode="auto">
          <a:xfrm rot="0" flipH="0" flipV="0">
            <a:off x="1714499" y="2562224"/>
            <a:ext cx="6449219" cy="25336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583580" name="Google Shape;258;p33"/>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598283783" name="Google Shape;259;p33"/>
          <p:cNvSpPr txBox="1"/>
          <p:nvPr>
            <p:ph type="body" idx="1"/>
          </p:nvPr>
        </p:nvSpPr>
        <p:spPr bwMode="auto">
          <a:xfrm>
            <a:off x="581192" y="2180497"/>
            <a:ext cx="8589441" cy="1248504"/>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70000" lnSpcReduction="6000"/>
          </a:bodyPr>
          <a:lstStyle/>
          <a:p>
            <a:pPr marL="342900" marR="0" lvl="0" indent="-327127" algn="just" rtl="0">
              <a:lnSpc>
                <a:spcPct val="107000"/>
              </a:lnSpc>
              <a:spcBef>
                <a:spcPts val="0"/>
              </a:spcBef>
              <a:spcAft>
                <a:spcPts val="0"/>
              </a:spcAft>
              <a:buSzPct val="92000"/>
              <a:buFont typeface="Noto Sans Symbols"/>
              <a:buChar char="∙"/>
              <a:defRPr/>
            </a:pPr>
            <a:r>
              <a:rPr lang="es-ES" sz="1800">
                <a:latin typeface="Cambria"/>
                <a:ea typeface="Cambria"/>
                <a:cs typeface="Cambria"/>
              </a:rPr>
              <a:t>2.4	Creación del Servidor</a:t>
            </a:r>
            <a:endParaRPr/>
          </a:p>
          <a:p>
            <a:pPr marL="342900" marR="0" lvl="0" indent="-327127" algn="just" rtl="0">
              <a:lnSpc>
                <a:spcPct val="107000"/>
              </a:lnSpc>
              <a:spcBef>
                <a:spcPts val="0"/>
              </a:spcBef>
              <a:spcAft>
                <a:spcPts val="0"/>
              </a:spcAft>
              <a:buSzPct val="92000"/>
              <a:buFont typeface="Noto Sans Symbols"/>
              <a:buChar char="∙"/>
              <a:defRPr/>
            </a:pPr>
            <a:r>
              <a:rPr lang="es-ES" sz="1800">
                <a:latin typeface="Cambria"/>
                <a:ea typeface="Cambria"/>
                <a:cs typeface="Cambria"/>
              </a:rPr>
              <a:t>1.	</a:t>
            </a:r>
            <a:r>
              <a:rPr lang="es-ES">
                <a:latin typeface="Cambria"/>
                <a:ea typeface="Cambria"/>
                <a:cs typeface="Cambria"/>
              </a:rPr>
              <a:t>El siguiente paso del proyecto es crear el servidor de la aplicación, recordando que este debe ser necesariamente web, además de que debe ser creado y guardado en la carpeta 01. SERVIDOR.</a:t>
            </a:r>
            <a:endParaRPr>
              <a:latin typeface="Cambria"/>
              <a:ea typeface="Cambria"/>
              <a:cs typeface="Cambria"/>
            </a:endParaRPr>
          </a:p>
          <a:p>
            <a:pPr marL="342900" marR="0" lvl="0" indent="-327127" algn="just" rtl="0">
              <a:lnSpc>
                <a:spcPct val="107000"/>
              </a:lnSpc>
              <a:spcBef>
                <a:spcPts val="0"/>
              </a:spcBef>
              <a:spcAft>
                <a:spcPts val="0"/>
              </a:spcAft>
              <a:buSzPct val="92000"/>
              <a:buFont typeface="Noto Sans Symbols"/>
              <a:buChar char="∙"/>
              <a:defRPr/>
            </a:pPr>
            <a:r>
              <a:rPr lang="es-ES" sz="1800">
                <a:latin typeface="Cambria"/>
                <a:ea typeface="Cambria"/>
                <a:cs typeface="Cambria"/>
              </a:rPr>
              <a:t>Se crea entonces un proyecto seleccionando la opción File &gt; New Project</a:t>
            </a:r>
            <a:r>
              <a:rPr lang="es-MX" sz="1800">
                <a:latin typeface="Cambria"/>
                <a:ea typeface="Cambria"/>
                <a:cs typeface="Cambria"/>
              </a:rPr>
              <a:t> or Solution</a:t>
            </a:r>
            <a:r>
              <a:rPr lang="es-MX" sz="1800">
                <a:latin typeface="Cambria"/>
                <a:ea typeface="Cambria"/>
                <a:cs typeface="Cambria"/>
              </a:rPr>
              <a:t>, usamos ASPNET Core</a:t>
            </a:r>
            <a:endParaRPr/>
          </a:p>
          <a:p>
            <a:pPr marL="342900" marR="0" lvl="0" indent="-245631" algn="just" rtl="0">
              <a:lnSpc>
                <a:spcPct val="107000"/>
              </a:lnSpc>
              <a:spcBef>
                <a:spcPts val="0"/>
              </a:spcBef>
              <a:spcAft>
                <a:spcPts val="0"/>
              </a:spcAft>
              <a:buSzPct val="92000"/>
              <a:buFont typeface="Noto Sans Symbols"/>
              <a:buNone/>
              <a:defRPr/>
            </a:pPr>
            <a:endParaRPr sz="1800">
              <a:latin typeface="Cambria"/>
              <a:ea typeface="Cambria"/>
              <a:cs typeface="Cambria"/>
            </a:endParaRPr>
          </a:p>
        </p:txBody>
      </p:sp>
      <p:sp>
        <p:nvSpPr>
          <p:cNvPr id="1322329345" name="Google Shape;260;p33"/>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271903021" name=""/>
          <p:cNvPicPr>
            <a:picLocks noChangeAspect="1"/>
          </p:cNvPicPr>
          <p:nvPr/>
        </p:nvPicPr>
        <p:blipFill rotWithShape="1">
          <a:blip r:embed="rId3"/>
          <a:stretch/>
        </p:blipFill>
        <p:spPr bwMode="auto">
          <a:xfrm flipH="0" flipV="0">
            <a:off x="685966" y="3305174"/>
            <a:ext cx="3115482" cy="1038224"/>
          </a:xfrm>
          <a:prstGeom prst="rect">
            <a:avLst/>
          </a:prstGeom>
        </p:spPr>
      </p:pic>
      <p:pic>
        <p:nvPicPr>
          <p:cNvPr id="1532464601" name=""/>
          <p:cNvPicPr>
            <a:picLocks noChangeAspect="1"/>
          </p:cNvPicPr>
          <p:nvPr/>
        </p:nvPicPr>
        <p:blipFill rotWithShape="1">
          <a:blip r:embed="rId4"/>
          <a:stretch/>
        </p:blipFill>
        <p:spPr bwMode="auto">
          <a:xfrm flipH="0" flipV="0">
            <a:off x="3394905" y="4228974"/>
            <a:ext cx="5988791" cy="2629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0742856" name="Google Shape;267;p34"/>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626875082" name="Google Shape;268;p34"/>
          <p:cNvSpPr txBox="1"/>
          <p:nvPr>
            <p:ph type="body" idx="1"/>
          </p:nvPr>
        </p:nvSpPr>
        <p:spPr bwMode="auto">
          <a:xfrm>
            <a:off x="390692" y="1962876"/>
            <a:ext cx="8589441" cy="609601"/>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2.	Luego ajustar las configuraciones del servidor</a:t>
            </a:r>
            <a:r>
              <a:rPr lang="es-MX" sz="1800">
                <a:latin typeface="Cambria"/>
                <a:ea typeface="Cambria"/>
                <a:cs typeface="Cambria"/>
              </a:rPr>
              <a:t> </a:t>
            </a:r>
            <a:r>
              <a:rPr lang="es-ES" sz="1800">
                <a:latin typeface="Cambria"/>
                <a:ea typeface="Cambria"/>
                <a:cs typeface="Cambria"/>
              </a:rPr>
              <a:t>.</a:t>
            </a:r>
            <a:endParaRPr/>
          </a:p>
        </p:txBody>
      </p:sp>
      <p:sp>
        <p:nvSpPr>
          <p:cNvPr id="221546079" name="Google Shape;269;p34"/>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810027738" name=""/>
          <p:cNvPicPr>
            <a:picLocks noChangeAspect="1"/>
          </p:cNvPicPr>
          <p:nvPr/>
        </p:nvPicPr>
        <p:blipFill rotWithShape="1">
          <a:blip r:embed="rId3"/>
          <a:stretch/>
        </p:blipFill>
        <p:spPr bwMode="auto">
          <a:xfrm flipH="0" flipV="0">
            <a:off x="3162299" y="2572476"/>
            <a:ext cx="3192638" cy="3333749"/>
          </a:xfrm>
          <a:prstGeom prst="rect">
            <a:avLst/>
          </a:prstGeom>
        </p:spPr>
      </p:pic>
      <p:pic>
        <p:nvPicPr>
          <p:cNvPr id="657906982" name=""/>
          <p:cNvPicPr>
            <a:picLocks noChangeAspect="1"/>
          </p:cNvPicPr>
          <p:nvPr/>
        </p:nvPicPr>
        <p:blipFill rotWithShape="1">
          <a:blip r:embed="rId4"/>
          <a:stretch/>
        </p:blipFill>
        <p:spPr bwMode="auto">
          <a:xfrm>
            <a:off x="6675082" y="3286125"/>
            <a:ext cx="2305049" cy="1485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2897576" name="Google Shape;283;p36"/>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605203475" name="Google Shape;284;p36"/>
          <p:cNvSpPr txBox="1"/>
          <p:nvPr>
            <p:ph type="body" idx="1"/>
          </p:nvPr>
        </p:nvSpPr>
        <p:spPr bwMode="auto">
          <a:xfrm>
            <a:off x="581191" y="1948226"/>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4.	Se verifica que todo salió bien cuando en el IDE se muestra el siguiente archivo.</a:t>
            </a:r>
            <a:endParaRPr/>
          </a:p>
        </p:txBody>
      </p:sp>
      <p:sp>
        <p:nvSpPr>
          <p:cNvPr id="753373848" name="Google Shape;285;p36"/>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311819654" name=""/>
          <p:cNvPicPr>
            <a:picLocks noChangeAspect="1"/>
          </p:cNvPicPr>
          <p:nvPr/>
        </p:nvPicPr>
        <p:blipFill rotWithShape="1">
          <a:blip r:embed="rId3"/>
          <a:stretch/>
        </p:blipFill>
        <p:spPr bwMode="auto">
          <a:xfrm>
            <a:off x="1752599" y="3196729"/>
            <a:ext cx="6419849" cy="23526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4562229" name="Google Shape;291;p37"/>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972825122" name="Google Shape;292;p37"/>
          <p:cNvSpPr txBox="1"/>
          <p:nvPr>
            <p:ph type="body" idx="1"/>
          </p:nvPr>
        </p:nvSpPr>
        <p:spPr bwMode="auto">
          <a:xfrm>
            <a:off x="581192" y="1948226"/>
            <a:ext cx="8589441" cy="1600466"/>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90000" lnSpcReduction="2000"/>
          </a:bodyPr>
          <a:lstStyle/>
          <a:p>
            <a:pPr marL="342900" marR="0" lvl="0" indent="-342900" algn="just" rtl="0">
              <a:lnSpc>
                <a:spcPct val="107000"/>
              </a:lnSpc>
              <a:spcBef>
                <a:spcPts val="0"/>
              </a:spcBef>
              <a:spcAft>
                <a:spcPts val="0"/>
              </a:spcAft>
              <a:buSzPct val="92000"/>
              <a:buFont typeface="Noto Sans Symbols"/>
              <a:buChar char="∙"/>
              <a:defRPr/>
            </a:pPr>
            <a:r>
              <a:rPr lang="es-ES" sz="1800">
                <a:latin typeface="Cambria"/>
                <a:ea typeface="Cambria"/>
                <a:cs typeface="Cambria"/>
              </a:rPr>
              <a:t>5.	Como siguiente paso, se crean los paquetes necesarios para la aplicación basándose en MVC, los cuales son db, modelo, vista, controlador, prueba, servicio y ws.</a:t>
            </a:r>
            <a:endParaRPr/>
          </a:p>
          <a:p>
            <a:pPr marL="342900" marR="0" lvl="0" indent="-342900" algn="just" rtl="0">
              <a:lnSpc>
                <a:spcPct val="107000"/>
              </a:lnSpc>
              <a:spcBef>
                <a:spcPts val="0"/>
              </a:spcBef>
              <a:spcAft>
                <a:spcPts val="0"/>
              </a:spcAft>
              <a:buSzPct val="92000"/>
              <a:buFont typeface="Noto Sans Symbols"/>
              <a:buChar char="∙"/>
              <a:defRPr/>
            </a:pPr>
            <a:r>
              <a:rPr lang="es-ES" sz="1800">
                <a:latin typeface="Cambria"/>
                <a:ea typeface="Cambria"/>
                <a:cs typeface="Cambria"/>
              </a:rPr>
              <a:t>Para la creación de un paquete se debe realizar lo siguiente, después todos los paquetes que se quieran crear siguen la misma lógica, iniciando por la selección de la carpeta </a:t>
            </a:r>
            <a:r>
              <a:rPr lang="es-MX" sz="1800">
                <a:latin typeface="Cambria"/>
                <a:ea typeface="Cambria"/>
                <a:cs typeface="Cambria"/>
              </a:rPr>
              <a:t>WSEureka</a:t>
            </a:r>
            <a:r>
              <a:rPr lang="es-ES" sz="1800">
                <a:latin typeface="Cambria"/>
                <a:ea typeface="Cambria"/>
                <a:cs typeface="Cambria"/>
              </a:rPr>
              <a:t> y presionando clic derecho para luego escoger la opción </a:t>
            </a:r>
            <a:r>
              <a:rPr lang="es-MX" sz="1800">
                <a:latin typeface="Cambria"/>
                <a:ea typeface="Cambria"/>
                <a:cs typeface="Cambria"/>
              </a:rPr>
              <a:t>agregar</a:t>
            </a:r>
            <a:r>
              <a:rPr lang="es-ES" sz="1800">
                <a:latin typeface="Cambria"/>
                <a:ea typeface="Cambria"/>
                <a:cs typeface="Cambria"/>
              </a:rPr>
              <a:t>&gt; </a:t>
            </a:r>
            <a:r>
              <a:rPr lang="es-MX" sz="1800">
                <a:latin typeface="Cambria"/>
                <a:ea typeface="Cambria"/>
                <a:cs typeface="Cambria"/>
              </a:rPr>
              <a:t>Nueva Carpeta</a:t>
            </a:r>
            <a:r>
              <a:rPr lang="es-ES" sz="1800">
                <a:latin typeface="Cambria"/>
                <a:ea typeface="Cambria"/>
                <a:cs typeface="Cambria"/>
              </a:rPr>
              <a:t>.</a:t>
            </a:r>
            <a:endParaRPr lang="es-MX" sz="1800">
              <a:latin typeface="Cambria"/>
              <a:ea typeface="Cambria"/>
              <a:cs typeface="Cambria"/>
            </a:endParaRPr>
          </a:p>
          <a:p>
            <a:pPr marL="342900" marR="0" lvl="0" indent="-245631" algn="just" rtl="0">
              <a:lnSpc>
                <a:spcPct val="107000"/>
              </a:lnSpc>
              <a:spcBef>
                <a:spcPts val="0"/>
              </a:spcBef>
              <a:spcAft>
                <a:spcPts val="0"/>
              </a:spcAft>
              <a:buSzPct val="92000"/>
              <a:buFont typeface="Noto Sans Symbols"/>
              <a:buNone/>
              <a:defRPr/>
            </a:pPr>
            <a:endParaRPr sz="1800">
              <a:latin typeface="Cambria"/>
              <a:ea typeface="Cambria"/>
              <a:cs typeface="Cambria"/>
            </a:endParaRPr>
          </a:p>
        </p:txBody>
      </p:sp>
      <p:sp>
        <p:nvSpPr>
          <p:cNvPr id="1329937815" name="Google Shape;293;p37"/>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999111432" name=""/>
          <p:cNvPicPr>
            <a:picLocks noChangeAspect="1"/>
          </p:cNvPicPr>
          <p:nvPr/>
        </p:nvPicPr>
        <p:blipFill rotWithShape="1">
          <a:blip r:embed="rId3"/>
          <a:stretch/>
        </p:blipFill>
        <p:spPr bwMode="auto">
          <a:xfrm>
            <a:off x="6041571" y="3895724"/>
            <a:ext cx="3181349" cy="2609849"/>
          </a:xfrm>
          <a:prstGeom prst="rect">
            <a:avLst/>
          </a:prstGeom>
        </p:spPr>
      </p:pic>
      <p:pic>
        <p:nvPicPr>
          <p:cNvPr id="492023525" name=""/>
          <p:cNvPicPr>
            <a:picLocks noChangeAspect="1"/>
          </p:cNvPicPr>
          <p:nvPr/>
        </p:nvPicPr>
        <p:blipFill rotWithShape="1">
          <a:blip r:embed="rId4"/>
          <a:stretch/>
        </p:blipFill>
        <p:spPr bwMode="auto">
          <a:xfrm flipH="0" flipV="0">
            <a:off x="349870" y="3333749"/>
            <a:ext cx="5460190" cy="3429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7686062" name="Google Shape;300;p38"/>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741939591" name="Google Shape;301;p38"/>
          <p:cNvSpPr txBox="1"/>
          <p:nvPr>
            <p:ph type="body" idx="1"/>
          </p:nvPr>
        </p:nvSpPr>
        <p:spPr bwMode="auto">
          <a:xfrm>
            <a:off x="581192" y="1793860"/>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7.	Se procede a codificar la nueva clase llamada Movimiento la codificación está en la Tabla 5, creada la clase movimiento, se procede a implementar los servicios, para ello se crea una nueva clase llamada EurekaService dentro del paquete servicio.</a:t>
            </a:r>
            <a:endParaRPr/>
          </a:p>
        </p:txBody>
      </p:sp>
      <p:sp>
        <p:nvSpPr>
          <p:cNvPr id="469174851" name="Google Shape;302;p38"/>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189447025" name=""/>
          <p:cNvPicPr>
            <a:picLocks noChangeAspect="1"/>
          </p:cNvPicPr>
          <p:nvPr/>
        </p:nvPicPr>
        <p:blipFill rotWithShape="1">
          <a:blip r:embed="rId3"/>
          <a:stretch/>
        </p:blipFill>
        <p:spPr bwMode="auto">
          <a:xfrm>
            <a:off x="628650" y="3952874"/>
            <a:ext cx="2952749" cy="590549"/>
          </a:xfrm>
          <a:prstGeom prst="rect">
            <a:avLst/>
          </a:prstGeom>
        </p:spPr>
      </p:pic>
      <p:pic>
        <p:nvPicPr>
          <p:cNvPr id="1108067474" name=""/>
          <p:cNvPicPr>
            <a:picLocks noChangeAspect="1"/>
          </p:cNvPicPr>
          <p:nvPr/>
        </p:nvPicPr>
        <p:blipFill rotWithShape="1">
          <a:blip r:embed="rId4"/>
          <a:stretch/>
        </p:blipFill>
        <p:spPr bwMode="auto">
          <a:xfrm flipH="0" flipV="0">
            <a:off x="3738307" y="2838449"/>
            <a:ext cx="5233562" cy="42671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4315030" name="Google Shape;308;p39"/>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1398601836" name="Google Shape;309;p39"/>
          <p:cNvSpPr txBox="1"/>
          <p:nvPr>
            <p:ph type="body" idx="1"/>
          </p:nvPr>
        </p:nvSpPr>
        <p:spPr bwMode="auto">
          <a:xfrm>
            <a:off x="523405" y="1793860"/>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8.	Una vez creada la clase, se procede a agregar los métodos de leer movimientos y registrar depósitos.</a:t>
            </a:r>
            <a:endParaRPr/>
          </a:p>
        </p:txBody>
      </p:sp>
      <p:sp>
        <p:nvSpPr>
          <p:cNvPr id="938567239" name="Google Shape;310;p39"/>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1205956773" name=""/>
          <p:cNvPicPr>
            <a:picLocks noChangeAspect="1"/>
          </p:cNvPicPr>
          <p:nvPr/>
        </p:nvPicPr>
        <p:blipFill rotWithShape="1">
          <a:blip r:embed="rId3"/>
          <a:stretch/>
        </p:blipFill>
        <p:spPr bwMode="auto">
          <a:xfrm flipH="0" flipV="0">
            <a:off x="1137556" y="2878739"/>
            <a:ext cx="6633514" cy="38826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469400" name="Google Shape;316;p40"/>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550088719" name="Google Shape;317;p40"/>
          <p:cNvSpPr txBox="1"/>
          <p:nvPr>
            <p:ph type="body" idx="1"/>
          </p:nvPr>
        </p:nvSpPr>
        <p:spPr bwMode="auto">
          <a:xfrm>
            <a:off x="523405" y="1793860"/>
            <a:ext cx="8589441" cy="1248504"/>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9.	Una vez modelo, servicio estén activos, deberemos escribir el siguiente código y posteriormente Correr nuestro servidor.</a:t>
            </a:r>
            <a:endParaRPr/>
          </a:p>
        </p:txBody>
      </p:sp>
      <p:sp>
        <p:nvSpPr>
          <p:cNvPr id="1184389367" name="Google Shape;318;p40"/>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814744417" name=""/>
          <p:cNvPicPr>
            <a:picLocks noChangeAspect="1"/>
          </p:cNvPicPr>
          <p:nvPr/>
        </p:nvPicPr>
        <p:blipFill rotWithShape="1">
          <a:blip r:embed="rId3"/>
          <a:stretch/>
        </p:blipFill>
        <p:spPr bwMode="auto">
          <a:xfrm flipH="0" flipV="0">
            <a:off x="2256064" y="3267899"/>
            <a:ext cx="4508078" cy="31213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3376465" name="Google Shape;324;p41"/>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DESARROLLO</a:t>
            </a:r>
            <a:endParaRPr/>
          </a:p>
        </p:txBody>
      </p:sp>
      <p:sp>
        <p:nvSpPr>
          <p:cNvPr id="2033119069" name="Google Shape;325;p41"/>
          <p:cNvSpPr txBox="1"/>
          <p:nvPr>
            <p:ph type="body" idx="1"/>
          </p:nvPr>
        </p:nvSpPr>
        <p:spPr bwMode="auto">
          <a:xfrm>
            <a:off x="581192" y="2032487"/>
            <a:ext cx="8589441" cy="77125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defRPr/>
            </a:pPr>
            <a:r>
              <a:rPr lang="es-ES" sz="1800">
                <a:latin typeface="Cambria"/>
                <a:ea typeface="Cambria"/>
                <a:cs typeface="Cambria"/>
              </a:rPr>
              <a:t>10.	Para verificar su funcionamiento, se procede a ejecutar el proyecto y como resultado, se obtendrá una ventana similar a la siguiente.</a:t>
            </a:r>
            <a:endParaRPr/>
          </a:p>
        </p:txBody>
      </p:sp>
      <p:sp>
        <p:nvSpPr>
          <p:cNvPr id="1394924942" name="Google Shape;326;p41"/>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CREACIÓN DEL SERVIDOR SOAP</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pic>
        <p:nvPicPr>
          <p:cNvPr id="2027581516" name=""/>
          <p:cNvPicPr>
            <a:picLocks noChangeAspect="1"/>
          </p:cNvPicPr>
          <p:nvPr/>
        </p:nvPicPr>
        <p:blipFill rotWithShape="1">
          <a:blip r:embed="rId3"/>
          <a:stretch/>
        </p:blipFill>
        <p:spPr bwMode="auto">
          <a:xfrm flipH="0" flipV="0">
            <a:off x="1724333" y="2803736"/>
            <a:ext cx="5679344" cy="403975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9346281" name="Google Shape;332;p42"/>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CONCLUSIONES</a:t>
            </a:r>
            <a:endParaRPr/>
          </a:p>
        </p:txBody>
      </p:sp>
      <p:sp>
        <p:nvSpPr>
          <p:cNvPr id="1223902252" name="Google Shape;333;p42"/>
          <p:cNvSpPr txBox="1"/>
          <p:nvPr>
            <p:ph type="body" idx="1"/>
          </p:nvPr>
        </p:nvSpPr>
        <p:spPr bwMode="auto">
          <a:xfrm>
            <a:off x="581192" y="2180496"/>
            <a:ext cx="8589441" cy="3678303"/>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95000" lnSpcReduction="1000"/>
          </a:bodyPr>
          <a:lstStyle/>
          <a:p>
            <a:pPr>
              <a:defRPr/>
            </a:pPr>
            <a:r>
              <a:rPr lang="en-US" sz="1800" b="0" i="0" u="none" strike="noStrike" cap="none" spc="0">
                <a:solidFill>
                  <a:schemeClr val="dk2"/>
                </a:solidFill>
                <a:latin typeface="Gill Sans"/>
                <a:ea typeface="Gill Sans"/>
                <a:cs typeface="Gill Sans"/>
              </a:rPr>
              <a:t>SOAP (Simple Object Access Protocol) es un protocolo estándar basado en XML que define la forma en que los mensajes son intercambiados entre aplicaciones distribuidas. Aunque su implementación suele ser más estructurada y compleja que la de los servicios REST, proporciona ventajas importantes en términos de seguridad, confiabilidad e interoperabilidad entre diferentes plataformas.</a:t>
            </a:r>
            <a:endParaRPr lang="en-US" sz="1800" b="0" i="0" u="none" strike="noStrike" cap="none" spc="0">
              <a:solidFill>
                <a:schemeClr val="dk2"/>
              </a:solidFill>
              <a:latin typeface="Gill Sans"/>
              <a:cs typeface="Gill Sans"/>
            </a:endParaRPr>
          </a:p>
          <a:p>
            <a:pPr>
              <a:defRPr/>
            </a:pPr>
            <a:endParaRPr lang="en-US" sz="1800" b="0" i="0" u="none" strike="noStrike" cap="none" spc="0">
              <a:solidFill>
                <a:schemeClr val="dk2"/>
              </a:solidFill>
              <a:latin typeface="Gill Sans"/>
              <a:cs typeface="Gill Sans"/>
            </a:endParaRPr>
          </a:p>
          <a:p>
            <a:pPr marL="306000" marR="0" lvl="0" indent="0" algn="just" rtl="0">
              <a:lnSpc>
                <a:spcPct val="107000"/>
              </a:lnSpc>
              <a:spcBef>
                <a:spcPts val="0"/>
              </a:spcBef>
              <a:spcAft>
                <a:spcPts val="0"/>
              </a:spcAft>
              <a:buNone/>
              <a:defRPr/>
            </a:pPr>
            <a:r>
              <a:rPr lang="en-US" sz="1800" b="0" i="0" u="none" strike="noStrike" cap="none" spc="0">
                <a:solidFill>
                  <a:schemeClr val="dk2"/>
                </a:solidFill>
                <a:latin typeface="Gill Sans"/>
                <a:ea typeface="Gill Sans"/>
                <a:cs typeface="Gill Sans"/>
              </a:rPr>
              <a:t>En el ecosistema .NET, el desarrollo y consumo de servicios SOAP puede realizarse mediante tecnologías como Windows Communication Foundation (WCF) y CoreWCF, las cuales facilitan la creación de servicios empresariales seguros y escalables. Estas herramientas permiten gestionar contratos de servicio, serialización de datos y mecanismos avanzados de comunicación, haciendo posible la integración de aplicaciones en entornos heterogéneos.</a:t>
            </a:r>
            <a:endParaRPr>
              <a:latin typeface="Cambria"/>
              <a:ea typeface="Cambria"/>
              <a:cs typeface="Cambria"/>
            </a:endParaRPr>
          </a:p>
        </p:txBody>
      </p:sp>
      <p:sp>
        <p:nvSpPr>
          <p:cNvPr id="1220774580" name="Google Shape;334;p42"/>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sz="1200" b="1" i="0" u="none" strike="noStrike" cap="none">
              <a:solidFill>
                <a:schemeClr val="lt1"/>
              </a:solidFill>
              <a:latin typeface="Gill Sans"/>
              <a:ea typeface="Gill Sans"/>
              <a:cs typeface="Gill Sans"/>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5130086" name="Google Shape;339;p43"/>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RECOMENDACIONES</a:t>
            </a:r>
            <a:endParaRPr/>
          </a:p>
        </p:txBody>
      </p:sp>
      <p:sp>
        <p:nvSpPr>
          <p:cNvPr id="280266225" name="Google Shape;340;p43"/>
          <p:cNvSpPr txBox="1"/>
          <p:nvPr>
            <p:ph type="body" idx="1"/>
          </p:nvPr>
        </p:nvSpPr>
        <p:spPr bwMode="auto">
          <a:xfrm>
            <a:off x="470355" y="2659999"/>
            <a:ext cx="8500664" cy="2429799"/>
          </a:xfrm>
          <a:prstGeom prst="rect">
            <a:avLst/>
          </a:prstGeom>
          <a:noFill/>
          <a:ln>
            <a:noFill/>
          </a:ln>
        </p:spPr>
        <p:txBody>
          <a:bodyPr spcFirstLastPara="1" vertOverflow="overflow" horzOverflow="overflow" vert="horz" wrap="square" lIns="91424" tIns="45699" rIns="91424" bIns="45699" numCol="1" spcCol="0" rtlCol="0" fromWordArt="0" anchor="ctr" anchorCtr="0" forceAA="0" upright="0" compatLnSpc="0">
            <a:normAutofit fontScale="85000" lnSpcReduction="3000"/>
          </a:bodyPr>
          <a:lstStyle/>
          <a:p>
            <a:pPr>
              <a:defRPr/>
            </a:pPr>
            <a:r>
              <a:rPr lang="es-ES" sz="1800" b="0" i="0" u="none" strike="noStrike" cap="none" spc="0">
                <a:solidFill>
                  <a:schemeClr val="dk2"/>
                </a:solidFill>
                <a:latin typeface="Cambria"/>
                <a:ea typeface="Cambria"/>
                <a:cs typeface="Cambria"/>
              </a:rPr>
              <a:t>Se recomienda aprovechar las herramientas integradas de Visual Studio para el desarrollo y consumo de servicios SOAP en .NET. El entorno proporciona asistentes y utilidades que facilitan la generación de referencias de servicio, contratos y clientes SOAP, simplificando el proceso de implementación e integración.</a:t>
            </a:r>
            <a:endParaRPr lang="es-ES" sz="1800" b="0" i="0" u="none" strike="noStrike" cap="none" spc="0">
              <a:solidFill>
                <a:schemeClr val="dk2"/>
              </a:solidFill>
              <a:latin typeface="Cambria"/>
              <a:cs typeface="Cambria"/>
            </a:endParaRPr>
          </a:p>
          <a:p>
            <a:pPr>
              <a:defRPr/>
            </a:pPr>
            <a:endParaRPr lang="es-ES" sz="1800" b="0" i="0" u="none" strike="noStrike" cap="none" spc="0">
              <a:solidFill>
                <a:schemeClr val="dk2"/>
              </a:solidFill>
              <a:latin typeface="Cambria"/>
              <a:cs typeface="Cambria"/>
            </a:endParaRPr>
          </a:p>
          <a:p>
            <a:pPr marL="342900" marR="0" lvl="0" indent="-350787" algn="just" rtl="0">
              <a:lnSpc>
                <a:spcPct val="107000"/>
              </a:lnSpc>
              <a:spcBef>
                <a:spcPts val="0"/>
              </a:spcBef>
              <a:spcAft>
                <a:spcPts val="0"/>
              </a:spcAft>
              <a:buSzPts val="1656"/>
              <a:buFont typeface="Noto Sans Symbols"/>
              <a:buChar char="∙"/>
              <a:defRPr/>
            </a:pPr>
            <a:r>
              <a:rPr lang="es-ES" sz="1800" b="0" i="0" u="none" strike="noStrike" cap="none" spc="0">
                <a:solidFill>
                  <a:schemeClr val="dk2"/>
                </a:solidFill>
                <a:latin typeface="Cambria"/>
                <a:ea typeface="Cambria"/>
                <a:cs typeface="Cambria"/>
              </a:rPr>
              <a:t>Asimismo, se aconseja desplegar los servicios en servidores compatibles con la plataforma .NET, como Internet Information Services (IIS) o aplicaciones hospedadas en ASP.NET Core, ya que ofrecen una integración adecuada con Visual Studio, además de características de administración, seguridad y escalabilidad necesarias para entornos empresariales.</a:t>
            </a:r>
            <a:endParaRPr>
              <a:latin typeface="Cambria"/>
              <a:ea typeface="Cambria"/>
              <a:cs typeface="Cambria"/>
            </a:endParaRPr>
          </a:p>
        </p:txBody>
      </p:sp>
      <p:sp>
        <p:nvSpPr>
          <p:cNvPr id="1456446968" name="Google Shape;341;p43"/>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sz="1200" b="1" i="0" u="none" strike="noStrike" cap="none">
              <a:solidFill>
                <a:schemeClr val="lt1"/>
              </a:solidFill>
              <a:latin typeface="Gill Sans"/>
              <a:ea typeface="Gill Sans"/>
              <a:cs typeface="Gill Sans"/>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BIBLIOGRAFÍA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5836184" name="Google Shape;346;p44"/>
          <p:cNvSpPr txBox="1"/>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2800"/>
              <a:buFont typeface="Gill Sans"/>
              <a:buNone/>
              <a:defRPr/>
            </a:pPr>
            <a:r>
              <a:rPr lang="es-ES"/>
              <a:t>BIBLIOGRAFÍA</a:t>
            </a:r>
            <a:endParaRPr/>
          </a:p>
        </p:txBody>
      </p:sp>
      <p:sp>
        <p:nvSpPr>
          <p:cNvPr id="660454252" name="Google Shape;347;p44"/>
          <p:cNvSpPr txBox="1"/>
          <p:nvPr>
            <p:ph type="body" idx="1"/>
          </p:nvPr>
        </p:nvSpPr>
        <p:spPr bwMode="auto">
          <a:xfrm>
            <a:off x="581193" y="2180496"/>
            <a:ext cx="8571686" cy="3678303"/>
          </a:xfrm>
          <a:prstGeom prst="rect">
            <a:avLst/>
          </a:prstGeom>
          <a:noFill/>
          <a:ln>
            <a:noFill/>
          </a:ln>
        </p:spPr>
        <p:txBody>
          <a:bodyPr spcFirstLastPara="1" wrap="square" lIns="91425" tIns="45700" rIns="91425" bIns="45700" anchor="ctr" anchorCtr="0">
            <a:normAutofit/>
          </a:bodyPr>
          <a:lstStyle/>
          <a:p>
            <a:pPr>
              <a:buClr>
                <a:schemeClr val="accent2"/>
              </a:buClr>
              <a:buSzPts val="1656"/>
              <a:buFont typeface="Arial"/>
              <a:buChar char="•"/>
              <a:defRPr/>
            </a:pPr>
            <a:r>
              <a:rPr lang="es-ES" sz="1800" b="0" i="0" u="none" strike="noStrike" cap="none" spc="0">
                <a:solidFill>
                  <a:schemeClr val="dk2"/>
                </a:solidFill>
                <a:latin typeface="Cambria"/>
                <a:ea typeface="Cambria"/>
                <a:cs typeface="Cambria"/>
              </a:rPr>
              <a:t>Microsoft Corporation. (2026). ASP.NET Core Web API Documentation. Microsoft</a:t>
            </a:r>
            <a:endParaRPr lang="es-ES" sz="1800" b="0" i="0" u="none" strike="noStrike" cap="none" spc="0">
              <a:solidFill>
                <a:schemeClr val="dk2"/>
              </a:solidFill>
              <a:latin typeface="Cambria"/>
              <a:ea typeface="Cambria"/>
              <a:cs typeface="Cambria"/>
            </a:endParaRPr>
          </a:p>
          <a:p>
            <a:pPr>
              <a:buClr>
                <a:schemeClr val="accent2"/>
              </a:buClr>
              <a:buSzPts val="1656"/>
              <a:buFont typeface="Arial"/>
              <a:buChar char="•"/>
              <a:defRPr/>
            </a:pPr>
            <a:r>
              <a:rPr lang="es-ES" sz="1800" b="0" i="0" u="none" strike="noStrike" cap="none" spc="0">
                <a:solidFill>
                  <a:schemeClr val="dk2"/>
                </a:solidFill>
                <a:latin typeface="Cambria"/>
                <a:ea typeface="Cambria"/>
                <a:cs typeface="Cambria"/>
              </a:rPr>
              <a:t>Learn. Recuperado de https://learn.microsoft.com/es-es/aspnet/core/web-api/</a:t>
            </a:r>
            <a:endParaRPr lang="es-ES" sz="1800" b="0" i="0" u="none" strike="noStrike" cap="none" spc="0">
              <a:solidFill>
                <a:schemeClr val="dk2"/>
              </a:solidFill>
              <a:latin typeface="Cambria"/>
              <a:cs typeface="Cambria"/>
            </a:endParaRPr>
          </a:p>
          <a:p>
            <a:pPr lvl="0" algn="just" rtl="0">
              <a:lnSpc>
                <a:spcPct val="107000"/>
              </a:lnSpc>
              <a:spcBef>
                <a:spcPts val="0"/>
              </a:spcBef>
              <a:spcAft>
                <a:spcPts val="0"/>
              </a:spcAft>
              <a:buClr>
                <a:schemeClr val="accent2"/>
              </a:buClr>
              <a:buSzPts val="1656"/>
              <a:buFont typeface="Arial"/>
              <a:buChar char="•"/>
              <a:defRPr/>
            </a:pPr>
            <a:r>
              <a:rPr lang="es-ES" sz="1800" b="0" i="0" u="none" strike="noStrike" cap="none" spc="0">
                <a:solidFill>
                  <a:schemeClr val="dk2"/>
                </a:solidFill>
                <a:latin typeface="Cambria"/>
                <a:ea typeface="Cambria"/>
                <a:cs typeface="Cambria"/>
              </a:rPr>
              <a:t>Microsoft Corporation. (2026). Windows Communication Foundation (WCF) Documentation. Microsoft Learn. Recuperado de https://learn.microsoft.com/es-es/dotnet/framework/wcf/</a:t>
            </a:r>
            <a:endParaRPr>
              <a:latin typeface="Cambria"/>
              <a:ea typeface="Cambria"/>
              <a:cs typeface="Cambria"/>
            </a:endParaRPr>
          </a:p>
          <a:p>
            <a:pPr lvl="0" algn="just" rtl="0">
              <a:lnSpc>
                <a:spcPct val="107000"/>
              </a:lnSpc>
              <a:spcBef>
                <a:spcPts val="0"/>
              </a:spcBef>
              <a:spcAft>
                <a:spcPts val="0"/>
              </a:spcAft>
              <a:buClr>
                <a:schemeClr val="accent2"/>
              </a:buClr>
              <a:buSzPts val="1656"/>
              <a:buFont typeface="Arial"/>
              <a:buChar char="•"/>
              <a:defRPr/>
            </a:pPr>
            <a:r>
              <a:rPr lang="es-ES">
                <a:latin typeface="Cambria"/>
                <a:ea typeface="Cambria"/>
                <a:cs typeface="Cambria"/>
              </a:rPr>
              <a:t>Amazon Web Services. (2026). About AWS. AWS. https://aws.amazon.com/es/about-aws/</a:t>
            </a:r>
            <a:endParaRPr>
              <a:latin typeface="Cambria"/>
              <a:ea typeface="Cambria"/>
              <a:cs typeface="Cambria"/>
            </a:endParaRPr>
          </a:p>
          <a:p>
            <a:pPr marL="0" marR="0" lvl="0" indent="0" algn="just" rtl="0">
              <a:lnSpc>
                <a:spcPct val="107000"/>
              </a:lnSpc>
              <a:spcBef>
                <a:spcPts val="0"/>
              </a:spcBef>
              <a:spcAft>
                <a:spcPts val="0"/>
              </a:spcAft>
              <a:buNone/>
              <a:defRPr/>
            </a:pPr>
            <a:endParaRPr>
              <a:latin typeface="Cambria"/>
              <a:ea typeface="Cambria"/>
              <a:cs typeface="Cambria"/>
            </a:endParaRPr>
          </a:p>
        </p:txBody>
      </p:sp>
      <p:sp>
        <p:nvSpPr>
          <p:cNvPr id="1248468562" name="Google Shape;348;p44"/>
          <p:cNvSpPr/>
          <p:nvPr/>
        </p:nvSpPr>
        <p:spPr bwMode="auto">
          <a:xfrm>
            <a:off x="9383697" y="0"/>
            <a:ext cx="2808303"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306000" algn="l" rtl="0">
              <a:lnSpc>
                <a:spcPct val="100000"/>
              </a:lnSpc>
              <a:spcBef>
                <a:spcPts val="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MARCO TEÓRICO</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DESARROLLO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OBJETIVO</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MODELO CONCEPTUAL DE LA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CREAR BASE DE DATOS</a:t>
            </a:r>
            <a:endParaRPr/>
          </a:p>
          <a:p>
            <a:pPr marL="763200" marR="0" lvl="1" indent="-306000" algn="l" rtl="0">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CREACIÓN DEL SERVIDOR SOAP</a:t>
            </a:r>
            <a:endParaRPr sz="1200" b="1" i="0" u="none" strike="noStrike" cap="none">
              <a:solidFill>
                <a:schemeClr val="lt1"/>
              </a:solidFill>
              <a:latin typeface="Gill Sans"/>
              <a:ea typeface="Gill Sans"/>
              <a:cs typeface="Gill Sans"/>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CONCLUSIONES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chemeClr val="lt1"/>
                </a:solidFill>
                <a:latin typeface="Gill Sans"/>
                <a:ea typeface="Gill Sans"/>
                <a:cs typeface="Gill Sans"/>
              </a:rPr>
              <a:t>RECOMENDACIONES</a:t>
            </a:r>
            <a:endParaRPr/>
          </a:p>
          <a:p>
            <a:pPr marL="306000" marR="0" lvl="0" indent="-306000" algn="l" rtl="0">
              <a:lnSpc>
                <a:spcPct val="100000"/>
              </a:lnSpc>
              <a:spcBef>
                <a:spcPts val="840"/>
              </a:spcBef>
              <a:spcAft>
                <a:spcPts val="0"/>
              </a:spcAft>
              <a:buClr>
                <a:srgbClr val="4590B8"/>
              </a:buClr>
              <a:buSzPts val="1104"/>
              <a:buFont typeface="Noto Sans Symbols"/>
              <a:buChar char="◼"/>
              <a:defRPr/>
            </a:pPr>
            <a:r>
              <a:rPr lang="es-ES" sz="1200" b="1" i="0" u="none" strike="noStrike" cap="none">
                <a:solidFill>
                  <a:srgbClr val="FFFF00"/>
                </a:solidFill>
                <a:latin typeface="Gill Sans"/>
                <a:ea typeface="Gill Sans"/>
                <a:cs typeface="Gill Sans"/>
              </a:rPr>
              <a:t>BIBLIOGRAFÍA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31</Slides>
  <Notes>31</Notes>
  <HiddenSlides>0</HiddenSlides>
  <MMClips>2</MMClips>
  <ScaleCrop>0</ScaleCrop>
  <HeadingPairs>
    <vt:vector size="4" baseType="variant">
      <vt:variant>
        <vt:lpstr>Theme</vt:lpstr>
      </vt:variant>
      <vt:variant>
        <vt:i4>1</vt:i4>
      </vt:variant>
      <vt:variant>
        <vt:lpstr>Slide Titles</vt:lpstr>
      </vt:variant>
      <vt:variant>
        <vt:i4>31</vt:i4>
      </vt:variant>
    </vt:vector>
  </HeadingPairs>
  <TitlesOfParts>
    <vt:vector size="3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